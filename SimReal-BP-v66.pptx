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瓶颈转向可验证数据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每个动作都按真实结果打分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72768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7739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9751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2257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542032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AI写交易策略，和人类比盈亏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962656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11576304" y="2962656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777240" y="31638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36499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77240" y="37124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931920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AI做研究，和人类队伍比名次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352544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11576304" y="4352544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45537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7548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10235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321808"/>
            <a:ext cx="1965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AI预测真实事件，揭晓后打分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5742432"/>
            <a:ext cx="11091672" cy="34747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5742432"/>
            <a:ext cx="107259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数据来自各仓库公开文档：Xitadel为正式排行榜（人类最佳=IMC Prosperity真实参赛策略，记80分）；MLBench为基线提交的官方计分；事件预测的概率与分数为示例。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估算价格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30万–100万+美元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每家每季度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市场价：每道题200–2,000美元；复杂环境约30万美元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估算价格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20万–80万美元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每家每年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试点：8–12周，5万–15万美元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快速练习，让Agent贴合个人习惯后再替人办事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按月订阅，直接销售或经Agent应用分发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估算价格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5–10美元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每人每月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参考：消费级AI订阅约20美元/月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价格为估算，不是已签合同价。实验室价格取Epoch AI访谈（2026年1月，对象为环境开发方与AI实验室）中的市场价；企业与个人价格为我们的假设。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