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5" r:id="rId11"/>
    <p:sldId id="267" r:id="rId13"/>
    <p:sldId id="260" r:id="rId6"/>
    <p:sldId id="259" r:id="rId5"/>
    <p:sldId id="262" r:id="rId8"/>
    <p:sldId id="264" r:id="rId10"/>
    <p:sldId id="271" r:id="rId17"/>
    <p:sldId id="269" r:id="rId15"/>
    <p:sldId id="266" r:id="rId12"/>
    <p:sldId id="270" r:id="rId16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强化学习训练环境与AI数据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05后量化团队，14天上线7款产品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给AI实验室做专业领域的强化学习训练环境，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从交易做起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Street、Citadel等量化机构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Qwen3.8-27B在Xitadel训练后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卖RL环境、专家数据和Agent数据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训练数据与RL环境供应商年收入估算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Mercor年化毛营收16个月涨27倍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20家客户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融资后累计，拓展订单与复购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今天2家前沿实验室在谈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三位05后创始人，都在量化机构工作或实习过，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懂交易台怎么计分，放弃转正offer全职做衍真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一年从0到14亿美元，一个月上线Binance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参与HKMA合规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 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剑桥研究中心最年轻的本科AI研究员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设计了5个基准和RL环境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17岁出版作家，原创内容10万+互动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实验室开始花钱买训练环境，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专业领域供给不足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环境成了实验室的采购项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2026年9月上线，开始替人做事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下一批客户出现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约20家早期RL环境公司，预计收敛到3–5家（Wing VC）。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我们从交易切入，对错可以自动验证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environments》，2026年1月）；SiliconANGLE、TechCrunch（2026年7月）；Meta、OpenAI发布（2026年9月）；Wing VC（2026年）。Muse、Dots为行业示例，不是衍真客户。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看起来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结果押错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前沿模型真钱交易32轮，6轮赚钱（Alpha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缺少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按真实结果打分的训练环境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接入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客户已有的模型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和工具调用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按结果给奖励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强化学习更新模型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达标才交付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训练暴露的薄弱任务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自动出题 · 研发中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分析训练失败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智能体生成或挑选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规则、执行器、专家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通过校验进入下一轮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验收任务不参与训练和出题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  ·  专业数据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评测环境直接用于训练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回放订单簿，和同资产上的专业交易员比；保留轨迹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高阶数学题，测推理和解题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截止前锁定概率和证据，按真实结局打分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公开仓库截至2026年10月2日。三项指标为公司内部测试，比较口径不同，不能相乘或相加。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速度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融资后目标6个月累计20家客户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上线7款产品，覆盖7个领域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5个开源，2个非公开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加速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训练单轮耗时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内部测试，同样算力跑更多训练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156448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专家储备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156448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可触达、可验证专家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156448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11091672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自有构建工具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环境自建，任务库和评分器随交付积累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428744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训练基础设施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同等资源已评分尝试+64%，内部测试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080248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验收后交付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没见过的任务上验收，达标才交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553712"/>
            <a:ext cx="110916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553712"/>
            <a:ext cx="18288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融资后按这个速度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743200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3个月目标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4956048"/>
            <a:ext cx="27066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3–4家客户，首批交付回款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724144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724144" y="4956048"/>
            <a:ext cx="27066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705088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705088" y="4956048"/>
            <a:ext cx="27066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10+环境，开源大模型实现RSI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7款产品截至2026年9月29日，按日历天计，含5个开源、2个非公开产品，覆盖交易、AI研究、事件预测、数学、推理、财务结账、软件工程。训练基础设施为公司内部测试，口径不同，不能相乘或相加。网络覆盖不等于已注册或参与交付。目标均为融资后计划。RSI即自我进化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再卖给企业和个人Agent团队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谁付钱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上线前训练、测试、验收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长任务、跨应用、失败恢复练习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买什么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可执行任务和评分工具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按期限、范围、使用权授权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按量或批次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模型一升级就要换任务和测试集，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客户要持续采购新环境和数据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5个开源基准512星，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争取首个付费试点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已报名专家候补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头部供应商16个月内收入涨十倍以上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假设AI经济7万亿美元，训练投入占10%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Mercor年化毛营收16个月由7,500万涨到20亿美元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Mercor估值17个月由20亿涨到200亿美元（洽谈中）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Snorkel新数据服务近一年涨逾18倍，年化3.75亿美元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可比交易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据彭博，阿里拟领投UniPat 3亿美元，估值约25亿美元（2026年9月）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Das行业图谱（2026年7月）；UniPat（彭博，2026年9月）。2030年为公司情景测算，非独立研究预测。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对手强在规模，我们强在专业计分和速度。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规模看拿下几家实验室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客户现有选择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规模大，专家多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专家人工为主，按人头扩张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撮合级交易计分不是主业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量化机构出身，按交易台规则计分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14天上线7款，覆盖7个领域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缺专业规则和专家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交易、事件预测环境现成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20万+专家可触达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548640" y="47731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773168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规模差距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514600" y="4773168"/>
            <a:ext cx="88971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2026年上半年毛营收九成以上来自三家实验室，规模取决于拿下几家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我们2家在谈，融资后补交付和算力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Mercor收入集中度：The Information（2026年7月；aiweekly、Crypto Briefing转述），2026年上半年毛营收约6.14亿美元，九成以上来自三家基础模型公司。对手名称为行业示例。客户情况截至2026年9月29日。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技术壁垒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按交易台规则计分，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训练后在未见过的交易日最高+12%，多次独立复现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逐笔撮合，盈亏扣回撤再乘夏普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最后一个交易日留出，结果哈希提前公开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8680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GPT 6得77分，其他前沿模型24–30分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人类最佳80分，还没有模型超过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51676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51676" y="2414016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51676" y="2633472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microVM隔离、任务资源分配、智能存档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51676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51676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51676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未见过的交易日，多次独立复现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86460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积累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286000" y="4864608"/>
            <a:ext cx="91257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任务库、评分器、失败案例和验证过的专家随交付积累，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新领域、新客户直接复用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战略与投入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融资后资金投向三条线，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专家数据、RL环境、Agent数据各定人手和目标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 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收入引擎50%投三条线生产、交付、销售｜RSI引擎50%投算力、研究、验证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Mercor年化毛营收20亿美元（2026年6月）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04672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20万+可触达、可验证专家，7,000+已报名候补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04672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招3名交付，负责专家认证、质检和客户验收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候补分批考核，先建交易、事件预测专家池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双人交叉评审，一致率写进交付报告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04672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04672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04672" y="4626864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从候补认证500名专家，覆盖4个领域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04672" y="501091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12个月目标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04672" y="5193792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认证专家覆盖7个领域，按批收费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593336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593336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AfterQuery 14个月年化1亿美元（2026年4月）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593336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593336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7个领域已建，交易、AI研究、事件预测已上线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593336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招3名环境工程师，先出交易、事件预测授权版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招3名研究员加算力，做自动出题和迭代训练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红队防刷分，交易及事件预测验证与合规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593336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593336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593336" y="4626864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10+环境跑通，开源大模型多轮自我提升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593336" y="501091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12个月目标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3336" y="5193792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20+个环境可授权，试点转为授权交付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8125968" y="1847088"/>
            <a:ext cx="3514344" cy="373075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8382000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Agent数据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82000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Meta、OpenAI个人Agent 2026年9月上线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382000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82000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Xitadel保留轨迹，个人Agent练习场开发中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82000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382000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招2名环境工程师，复刻邮件、日历、文档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交易、事件预测回合批量出轨迹，专家抽检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招2名商务，对接实验室、企业和Agent团队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8382000" y="4370832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8382000" y="444398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6个月目标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82000" y="4626864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练习场内测，首批10个Agent团队接入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82000" y="501091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12个月目标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382000" y="5193792"/>
            <a:ext cx="3002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30个团队接入，轨迹附授权按批卖给实验室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65099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对手用14到16个月把收入做大，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我们计分和速度在前，融资后目标12个月三条线付费交付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资金投向、人数和目标均为计划。对标：Mercor（福布斯、Dealroom，2026年6月）；AfterQuery（Business Wire，2026年4月）；Meta、OpenAI发布（2026年9月）。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