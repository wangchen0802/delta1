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5" r:id="rId11"/>
    <p:sldId id="267" r:id="rId13"/>
    <p:sldId id="260" r:id="rId6"/>
    <p:sldId id="259" r:id="rId5"/>
    <p:sldId id="262" r:id="rId8"/>
    <p:sldId id="264" r:id="rId10"/>
    <p:sldId id="271" r:id="rId17"/>
    <p:sldId id="269" r:id="rId15"/>
    <p:sldId id="266" r:id="rId12"/>
    <p:sldId id="270" r:id="rId16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improves itself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the real world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training environments and AI data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founders born 2005. 7 products in 14 days.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Company overview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Contact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training environments for AI labs in professional domains,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starting with trading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at Cambridge, LSE, and Duke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and other quant firms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Speed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products, 14 days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funding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public repos, 512 stars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Qwen3.8-27B trained in Xitadel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days; reproduced multiple times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do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 environments, expert data, agent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Live: trading, AI research, event prediction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Est. annual revenue of data and RL-env vendors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 up 27x in 16 months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71246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Practice environment in development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Today: 2 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 born 2005, all from quant firms;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turned down return offers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 (U stablecoin)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U: 0 → $1.4B in a year, on Binance in a month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 institutional relations; worked with SIG, DRW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 HKD stablecoin; HKMA compliance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 at Citadel, London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 (Twitter) writer with millions of views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LSE, Math (undergraduate) · USAMO qualifier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Shenzhen College of International Education (SCIE)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Summer ML research at Cambridge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Mentored by statistician Po-Ling Loh, IMS Fellow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undergrad AI researcher, Cambridge center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experience: Jane Street, Citadel, and Optiver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our 5 benchmarks and RL environments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 in a Cambridge math contest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Cambridge, Math, First-Class (Scholar)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SCIE, Shenzhen · UK Physics Olympiad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 at Millennium Hong Kong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First-ever new-grad hire, Millennium alt-data team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organize Plug and Play’s first HK event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(with Hong Kong Science Park; 200+ attendees)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Host, J&amp;J MedTech tech summit (200+ attendees)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author at 17; 100K+ engagements online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Duke, Math &amp; Statistics (undergraduate)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YK Pao School,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now pay for training environments;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supply in professional domains is short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changed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 models train with RL on automatically verifiable outcomes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projected to run out 2026–2032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Auto-scored environments are scarce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Money is flowing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$200–$2,000 per RL task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contracts: 6–7 figures a quarter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acquired environment startup 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now buy environments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launched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 and OpenAI Dots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Launched Sep 2026; doing work for people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next set of buyers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Window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20 early RL-environment startups; Wing VC expects 3–5 to last. </a:t>
            </a:r>
            <a:r>
              <a:rPr lang="en-US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start with trading, where results are checked automatically.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Epoch AI (public-text projection; An FAQ on RL environments, Jan 2026); SiliconANGLE, TechCrunch (Jul 2026); Meta, OpenAI launches (Sep 2026); Wing VC (2026). Muse and Dots are industry examples, not SimReal customers.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Models can reason,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but fail at real-world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8249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like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Actually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20116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only goes up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20116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20116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in unseen markets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151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6151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6151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6151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1868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21868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done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21868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21868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won’t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82219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82219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82219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82219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Calls the outcome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425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40280" y="4572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money: 6 of 32 runs made a profit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lack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training environments scored by real outcomes.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 on task outcomes,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accept on tasks the model has never seen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Connect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Client’s model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tool calls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Adapt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Supervised fine-tuning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 feedback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Train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Reward real outcomes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Update with RL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Accept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Unseen tasks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 at the bar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Weak tasks found in training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Self-generated tasks · R&amp;D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Find gaps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Analyze training failures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Write tasks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generates or selects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Check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Rules, executors, experts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Back to training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Next round once checks pass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Acceptance tasks never feed training or task generation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We deliver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Training environments  ·  Expert data  ·  Scoring tools  ·  Eval reports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References: InstructGPT (arXiv 2203.02155); DeepSeek-R1 (arXiv 2501.12948); Absolute Zero (arXiv 2505.03335).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 benchmarks are open source;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eval environments double as training environments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competition tasks that test ML research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order books against pro traders on the same asset; keeps trajectories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Advanced math that tests reasoning and problem solving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hand-written reasoning puzzles across 15 topics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Locks forecasts and evidence before the deadline; scored on real outcomes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round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microVM isolation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attempts, same resources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Rollout allocation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time, half the saves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Smart checkpointing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repos as of Oct 2, 2026. Infra metrics are internal tests with different baselines; they can’t be multiplied or added.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Speed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 outside funding.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days, across 7 domains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Speed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 days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products, 7 domains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source, 2 private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Acceleration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training round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352544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Internal test: more training per GPU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156448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 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156448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156448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Signed up; vetted by domain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493008"/>
            <a:ext cx="11091672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Our own build tools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Built in-house; task libraries and scorers grow with each delivery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428744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infrastructure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+64% scored attempts on the same resources (internal test)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080248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Acceptance before delivery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Tested on unseen tasks; delivered only at the agreed bar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4553712"/>
            <a:ext cx="110916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553712"/>
            <a:ext cx="182880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After the round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743200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 data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743200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Vet the waitlist; trading experts first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724144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724144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License-ready trading and forecasting environments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705088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Agent data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705088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Personal-agent practice environment in beta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in 14 days as of Sep 29, 2026 (5 open source, 2 private) across trading, AI research, event prediction, math, reasoning, month-end close, and software engineering. Infra metrics are internal tests with different baselines; they can’t be multiplied or added. Post-round steps are plans.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Sell to labs first,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enterprises and personal-agent teams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Who pays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9601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labs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talks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593336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Expanding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593336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 teams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593336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Train, test, accept before launch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382000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382000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Personal-agent teams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382000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Long, cross-app tasks; recovery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8529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buy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04672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04672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Executable tasks and scoring tools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04672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By term, scope, usage rights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37304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data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trajectories, expert and eval data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3336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By volume or batch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125968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382000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Joint training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Experiments, transfer tests, managed runs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  </a:t>
            </a: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Project or ongoing contract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Scope &amp; acceptance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047238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3412998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3641598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911596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277356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05956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Licensed delivery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775954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141714" y="4572000"/>
            <a:ext cx="2498598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370314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Ongoing updates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2120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model upgrade needs new tasks and test sets,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so labs keep buying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Pricing reflects the proposed business model, not signed contracts.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 open benchmarks, 512 stars;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 frontier labs in talks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Toward a first paid pilot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Products in 14 days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 live: trading, AI research, forecasting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public repos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Outside funding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 of September 29, 2026; GitHub stars as of October 2,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supporting our R&amp;D work at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200,000+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Reachable, verifiable experts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Universities: students, alumni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supporters work and some universities in our network; they do not imply endorsement. Network reach is not registration or delivery.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today;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top vendors grew revenue 10x+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Est. revenue of 50+ vendors (Deedy Das, Jul 2026)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company scenario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yr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Assumes a $7T AI economy, 10% spent on training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 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demand is rising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 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services in about a year; $375M run-rate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shifts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Comparable  </a:t>
            </a: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Bloomberg: Alibaba plans to lead a $300M round in UniPat at about $2.5B (Sep 2026)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Mercor (TechCrunch, Sacra, Dealroom); Snorkel AI announcement (Sep 2026); Deedy Das industry map (Jul 2026); UniPat (Bloomberg, Sep 2026). 2030 is a company scenario, not an independent forecast.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Others win on scale; we win on domain scoring and speed.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Scale here means labs won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Alternatives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Strengths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Gaps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&amp; env vendors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Scale AI, AfterQuery, 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Large, many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 lab ties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Human-heavy; grow by headcount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Trade-level scoring isn’t core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Quant-firm team; desk-rule scoring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in 14 days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Public benchmarks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Alpha Arena and others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Easy to compare models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 only, no training data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Saturate soon after release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environment yields data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Reserve tasks keep it fresh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Built in-house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Fits their own work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Lacks domain rules and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Ties up research staff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forecasting envs ready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200,000+ experts reachable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>
            <a:off x="548640" y="47731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4773168"/>
            <a:ext cx="164592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The scale gap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514600" y="4773168"/>
            <a:ext cx="889711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Over 90% of Mercor’s H1 2026 gross revenue came from three labs.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have 2 in talks; the round adds delivery and compute.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revenue concentration: The Information (Jul 2026): about $614M gross revenue in H1 2026, over 90% from three foundation-model companies. Competitor names are industry examples.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 have launched;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our practice environment is in development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Meta Muse and OpenAI Dots launched in Sep 2026 to do work for people. Agents need practice before they act.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011680"/>
            <a:ext cx="3514344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41248" y="22311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48716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Real app replicas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182112"/>
            <a:ext cx="292912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Email, calendar, and docs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VMs and browsers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011680"/>
            <a:ext cx="3514344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22311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48716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Long cross-app tasks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3182112"/>
            <a:ext cx="292912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Multi-step tasks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on the final result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2011680"/>
            <a:ext cx="3514344" cy="2331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18576" y="22311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8576" y="248716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Failure recovery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3182112"/>
            <a:ext cx="292912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Pop-ups, dropped connections,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expired logins: can it recover?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572000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77240" y="4572000"/>
            <a:ext cx="146304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Who pays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286000" y="4572000"/>
            <a:ext cx="912571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Personal-agent teams pay for practice; </a:t>
            </a:r>
            <a:r>
              <a:rPr lang="en-US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buy the trajectories it produces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development; features are planned. Muse and Dots are industry examples, not SimReal customers.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Who we are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Strategy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Strategy &amp; investment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 funds three lines: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expert data, RL environments, agent data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Use of funds  </a:t>
            </a: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Revenue engine 50%: production, delivery, sales  |  RSI engine 50%: compute, research, validation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47088"/>
            <a:ext cx="3514344" cy="37307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432304"/>
            <a:ext cx="3002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Benchmark  Mercor: $2B gross run-rate (Jun 2026)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77977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04672" y="2962656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200,000+ reachable experts; 7,000+ on the waitlist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04672" y="3456432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04672" y="3639312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 delivery leads: vetting, QA, acceptance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Vet the waitlist; trading and forecasting first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Two-reviewer checks, agreement rate reported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04672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04672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04672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Vetted experts in 7 domains, sold by batch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337304" y="1847088"/>
            <a:ext cx="3514344" cy="37307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593336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593336" y="2432304"/>
            <a:ext cx="3002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Benchmark  AfterQuery: $100M run-rate in 14 months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593336" y="277977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593336" y="2962656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domains built; trading, AI research, forecasting live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593336" y="3456432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593336" y="3639312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 env engineers: licensable trading, forecasting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 researchers + compute: self-generated tasks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Red-teaming against reward hacking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593336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20+ licensable environments; pilots become licenses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25968" y="1847088"/>
            <a:ext cx="3514344" cy="373075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382000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Agent data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382000" y="2432304"/>
            <a:ext cx="3002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Benchmark  Meta, OpenAI personal agents (Sep 2026)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277977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2962656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 keeps trajectories; practice environment in development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382000" y="3456432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382000" y="3639312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env engineers: email, calendar, docs replicas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Batch trajectories, expert spot checks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BD hires: labs, enterprises, agent teams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382000" y="4370832"/>
            <a:ext cx="300228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382000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82000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Personal-agent teams onboard; trajectories sold to labs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65099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Rivals took 14–16 months to scale revenue;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lead on scoring and speed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 of funds, headcount, and next steps are plans. Benchmarks: Mercor (Forbes, Dealroom, Jun 2026); AfterQuery (Business Wire, Apr 2026); Meta, OpenAI launches (Sep 2026).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8016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