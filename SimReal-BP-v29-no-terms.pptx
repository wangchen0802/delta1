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5" r:id="rId2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个人Agent被托付之前，先在这里练过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用真实数据重建真实场景：面向AI实验室、企业与个人Agent的训练环境与AI数据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Qwen3.8-27B经Xitadel训练，在未见过的真实行情上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 </a:t>
            </a:r>
            <a:r>
              <a:rPr lang="zh-CN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2030年训练市场约7,000亿美元，是今天的82倍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进展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7,000+专家候补名单；GitHub合计400星标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5位天使投资人主动联系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从交易出发，让AI自我进化，走向整个世界。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香港科技园）；担任强生MedTech科技峰会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AI、Mercor、AfterQuery创始人都在20岁左右起步；早期投资人回报：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17,000倍、40倍、1,800倍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16个月收入涨27倍，估值洽谈至200亿美元：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收入增长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估值增长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Agent替人花钱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3–5万亿美元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2030年全球由AI Agent完成的消费交易（麦肯锡）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AfterQuery从成立到年化收入1亿美元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15亿美元+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谷歌与RL环境公司Mechanize的交易（据报道）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AfterQuery估值：3亿→32亿美元（据报道）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2026–2032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年间，公开的人类文本预计被用尽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来源：Mercor（TechCrunch、Sacra、Dealroom、彭博、The Information）；AfterQuery（Business Wire、福布斯）；Snorkel AI（路透社）；Scale AI（路透社）；Mechanize（Business Insider）；Agent消费交易（麦肯锡，经CNBC）；文本存量（Epoch AI）。详见A2。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照着下注却亏钱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核心洞察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反馈信号的升级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第二代 · 人类偏好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第三代 · 标准答案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按答案判对错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第四代 · 真实世界的反馈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AI在真实场景中行动，真实结果为每个动作结算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真实结果驱动的自我进化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886200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考满分的AI，未必能放心托付。下一代AI的进步，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要靠真实世界的反应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用真实数据重建真实场景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世界按真实发生的情况作出反应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下一轮训练：自我进化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每一轮都从上一轮出发：这就是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全球首个做市交易的自我进化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上真实战场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每笔交易由市场结算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从结果中进化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每天复盘盈亏与订单，一轮比一轮强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在未见过的真实行情上交易表现最高提升12%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受控实验，多次独立复现；运行记录尽调时提供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交易是第一个跑通的世界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下一步：多策略、多市场、多行业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人类基准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GPT-6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14天上线7款产品，已有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回放真实交易日与订单簿，按盈亏结算；已跑通自我进化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合计400星标  ·  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训练数据与RL环境，今天已是年收入约85亿美元的生意：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·  RSI自我进化服务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付费产品：私有任务、数据、留出集与验证器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同一个世界，两类客户：实验室与Agent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Agent付费练习，默认保密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或脱敏共享轨迹，换练习额度与收益分成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商业采购正在推进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GitHub星标合计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2026年9月29日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5位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天使投资人主动联系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前沿实验室采购进度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接触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洽谈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当前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采购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16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可触达、可验证的专家：21所顶尖大学的学生和校友，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3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2030年：训练市场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7,000亿美元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，是今天的82倍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今天 · 供应商收入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85亿美元/年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50余家训练数据与RL环境供应商合计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头部公司收入（Surge为2024年，其余为年化毛营收）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20亿美元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12亿美元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Handshake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68580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2359152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约10亿美元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AI经济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约7万亿美元/年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美国（麦肯锡）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60196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2.9万亿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美国占全球GDP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60196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全球，同等渗透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60196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11.3万亿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美国以外渗透减半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601968" y="363931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7.1万亿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我们的市场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7,000亿美元/年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AI经济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21384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7万亿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训练占比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21384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训练市场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21384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训练是AI经济的研发预算。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大型科技公司研发约占收入10–15%，取下限。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今天卖给实验室，2030年卖给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整个AI经济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来源：Menlo Ventures合伙人Deedy Das（2026.7）；Mercor年化毛营收（2026.6）、Handshake AI训练业务（2026.4）、Surge收入（2024）；麦肯锡（2025.11）；IMF（2026.4）；科技公司年报。训练占比、美国以外渗透率为假设，详见A2。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正进入RL环境：Mercor收购Deeptune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专家数据、评测环境与基准；主要服务国内实验室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环境、数据、评分、自我进化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客户粘性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每轮模型升级，都需要新任务、新数据、新留出集和验证器维护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14天7款产品，两周跑通做市交易的自我进化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独立中立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不属于任何一家实验室：中美实验室都能放心采购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据彭博报道，阿里拟领投UniPat 3亿美元（估值25亿美元）；Humanlaya完成鼎晖领投的数亿元Pre-A；阿里、字节、DeepSeek等都买过两家的数据或服务。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我们越有利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每一波热点，都由跑得最快的年轻团队拿下；个人Agent这一波，Instinct创始人23岁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32亿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美元估值（据报道）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加入YC 18个月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两位高中好友创立，现22、23岁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05后量化创始团队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剑桥、LSE、杜克最后一年在读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放弃顶级量化机构的转正offer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押注我们，就是押注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AI每一次范式变化中的机会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发展计划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RSI引擎拿下每个行业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075688" y="2944368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1248" y="325526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075688" y="3255264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248" y="356616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075688" y="3566160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1248" y="3877056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075688" y="3877056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环境收入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环境数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授权次数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环境单价2万–30万美元（Epoch AI）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环境授权与复购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持续更新合同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RSI引擎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瞄准整个AI经济：每个行业，一个自己变强的AI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2944368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758684" y="2944368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模型自己训练自己，一轮比一轮强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24244" y="3255264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758684" y="3255264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从交易走向10个行业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6524244" y="356616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7758684" y="3566160"/>
            <a:ext cx="35890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真实资金、真实市场、真实结算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  ·  事件预测RSI  ·  10个行业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每个行业，同步开发自我进化环境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实盘交易RSI上线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事件预测RSI上线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拓展至10个行业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里程碑为未来12个月目标。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Trading合作授权数据，每笔交易由市场结算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模型未见过的真实交易日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交易表现较基础模型最高提升12%，多次独立复现（受控实验）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Xitadel公开预览版：人类参考分80，前沿模型最高77.28（GPT-6），尚无模型越过人类水平线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发展计划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2026年9月，个人Agent集体入场；国内千问、Manus同月跟进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Meta，9月8日上线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10天登顶美国App Store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OpenAI，9月29日发布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常驻云端，替人持续做事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Instinct估值，33天涨4倍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16.1%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但最强模型只做好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16.1%的真实外包项目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所以，先在我们的世界里练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67328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进场练习</a:t>
            </a:r>
            <a:r>
              <a:rPr lang="zh-CN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真实结果结算</a:t>
            </a:r>
            <a:r>
              <a:rPr lang="zh-CN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Agent变强</a:t>
            </a:r>
            <a:r>
              <a:rPr lang="zh-CN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数据交给实验室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2976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交易世界已跑通这个循环：Qwen3.8-27B最高提升12%。下一步向个人Agent开放交易与事件预测。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98017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来源：Meta、OpenAI、千问、Manus发布（2026年9月）；TechCrunch（2026年9月25日）；Instinct（路透社，2026年9月28日）；Remote Labor Index（Scale AI与CAIS，2026年7月）。详见A2。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TechCrunch（2025年2月，7,500万美元）；Sacra（2025年12月，7.6亿美元）；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Dealroom、福布斯（2026年6月，20亿美元）。均为毛营收，专家拿走60–70%（彭博）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Mercor估值与收购：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C轮100亿美元（2025年10月）；200亿美元估值仍在洽谈（彭博，2026年7月9日；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Information，2026年8月）；2026年7月9日宣布收购RL环境公司Deeptune（福布斯）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Handshake：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AI训练业务年化毛营收近10亿美元（The Information，2026年4月）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路透社、TechCrunch，2026年9月22日（以35亿美元估值融资3.5亿美元；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年化收入3.75亿美元，一年增长约18倍）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2025年2月成立；Business Wire（2026年4月，A轮估值3亿美元，年化收入1亿美元）；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福布斯、TechCrunch（2026年9月1日，据报道估值32亿美元；创始人为高中好友，现22、23岁）；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Meta以143亿美元取得49%股份，估值约290亿美元（路透社，2025年6月）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Mechanize：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Insider（2026年8月、9月）：谷歌人才与技术授权交易，据报道逾15亿美元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彭博，2026年9月10日（阿里拟领投3亿美元，据报道估值25亿美元，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腾讯、红杉中国参与，谈判仍在进行；阿里、字节、DeepSeek等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买过UniPat与Humanlaya的数据或服务）；36氪（2026年9月24日）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2025年成立；2026年9月完成数亿元人民币Pre-A，鼎晖领投，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红杉中国、今日资本、BAI参投（界面新闻、东方财富）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训练数据供应商收入：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Ventures合伙人Deedy Das，AI训练数据全景图（2026年7月）：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50余家公司合计收入约85亿美元（部分为毛营收）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2030年AI经济推算：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麦肯锡《Agents, robots, and us》（2025年11月）：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美国约2.9万亿美元（可释放的经济价值）；IMF（2026年4月）：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美国GDP 32.4万亿、全球126.3万亿美元；美国以外按一半渗透率推算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训练市场推算：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 × 10%；10%参照大型科技公司研发占收入约10–15%，取下限，为推算假设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Agent消费交易：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麦肯锡（2025年10月）：2030年全球由AI Agent完成的消费交易最高3–5万亿美元；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蚂蚁国际、万事达、Visa引用（CNBC，2026年9月10日）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公开文本存量：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AI《Will we run out of data?》（2024）：预计2026–2032年间用尽（80%置信区间）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个人Agent：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Muse（2026年9月8日上线，9月18日登顶美国App Store；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TechCrunch、Business Insider）；OpenAI Dots（DevDay，2026年9月29日）；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千问Personal Agent（云栖大会，2026年9月22日）；Manus Cue（2026年9月28日，彭博）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路透社、TechCrunch（2026年9月28日）：融资10亿美元，估值100亿美元；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红杉、Benchmark、Coatue投资；8月26日估值25亿美元；创始人23岁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Remote Labor Index：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AI与CAIS（2026年7月）：最强模型按付费客户标准完成16.1%的真实外包项目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PolyBench（arXiv 2604.14199，2026年4月）：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7个前沿模型在38,666个Polymarket市场模拟交易，仅2个取得正收益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递归式自我改进：AI参与改进下一代AI；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每轮真实结果都成为下一轮的训练数据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攻防测试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上线前模拟作弊与攻击，修补评分漏洞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