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搭建真实工作环境，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训练真正会工作的AI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52044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面向AI实验室与企业：训练环境、AI数据与自我进化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6118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61188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人民币5亿元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577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5778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给AI真实的工作环境，让它反复犯错、学习、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软件工程；5个公开仓库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Qwen3.8-27B经Xitadel训练，在未见过的真实行情上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 </a:t>
            </a:r>
            <a:r>
              <a:rPr lang="zh-CN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今天实验室每年采购85亿美元训练数据与RL环境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2030年训练市场约7,000亿美元，是今天的82倍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Play香港首场活动（联合香港科技园）；担任强生MedTech科技峰会主持人（均200+人规模）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18个月内收入涨27倍、估值涨10倍：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需求增长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14倍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AI智能体市场预测：7年，79亿→约1,110亿美元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AfterQuery从成立到年化收入1亿美元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近一半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AI新训练项目已涉及RL环境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2032年前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公开的人类文本预计被用尽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来源：Mercor（TechCrunch、Sacra、Dealroom、彭博）；AfterQuery（Business Wire、福布斯）；Snorkel AI（公司公告）；Scale AI（路透社、公司博客）；AI智能体（Precedence Research）；文本存量（Epoch AI）。详见A2。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通过检查不够，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我们让AI在现实中专业工作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会对它每个动作做出真实反应的世界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AI进入现实经济，世界对每个动作做出反应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自主运行与自我进化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886200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考满分的AI，未必能放心交付。下一代反馈信号，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来自现实世界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还原真实工作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世界给出反馈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按真实结果评分，留下Agent轨迹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下一轮训练：自我进化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每一轮都从上一轮出发：这就是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全球首个做市交易的自我进化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上真实战场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从结果中进化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在未见过的真实行情上交易表现最高提升12%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受控实验，多次独立复现；运行记录尽调时提供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我们的训练环境，让AI能在真实金融市场里自己变强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人类基准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回放真实交易日与订单簿，按盈亏结算；已跑通自我进化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合计400星标  ·  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背靠20万+专家网络：真实工作里的示范、判断与评分标准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今天实验室每年花85亿美元买训练数据与RL环境：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 ·  RSI自我进化服务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付费产品：私有任务、数据、留出集与验证器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交付只是开始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验证器维护、难度升级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新任务与新数据、托管运行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GitHub星标合计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天使投资人主动联系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16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可触达、可验证的专家，来自21所顶尖大学：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实验室在买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训练数据与RL环境，50余家供应商合计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头部三家收入（Surge为2024年，其余为年化）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20亿美元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12亿美元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1930527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3.75亿美元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60196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60196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60196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美国以外渗透减半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601968" y="36393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21384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21384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21384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训练是AI经济的研发预算。大型科技公司研发约占收入10–15%，取下限。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Ventures（2026.7）；Mercor年化毛营收（2026.6）、Surge收入（2024）、Snorkel年化收入（2026.9）；麦肯锡（2025.11）；IMF（2026.4）；科技公司年报。训练占比、美国以外渗透率为假设，详见A2。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主要服务国内实验室：专家数据与评测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环境、数据、评分、自我进化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每轮模型升级，都需要新任务、新数据、新留出集和验证器维护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14天7款产品，两周跑通做市交易的自我进化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据彭博报道，UniPat获阿里领投3亿美元（估值25亿美元）；Humanlaya完成鼎晖领投的数亿元Pre-A；阿里、字节、DeepSeek都已向两家采购。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我们越有利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每一波热点，都由跑得最快的年轻团队拿下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美元估值，加入YC 18个月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两位约21岁的在校大学生创立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量化经历：Jane Street、Citadel、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Optiver、Millennium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AI每一次范式变化中的机会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环境从付费试点推进到授权、复购与持续更新合同；AI数据批量交付；RSI在实盘交易与事件预测上线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估值参照：同赛道公司已由头部机构定价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阿里领投，腾讯、红杉中国跟投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Humanlaya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数亿元人民币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Pre-A融资额（2026年9月）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鼎晖领投，红杉中国等参投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约30亿美元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→ 14个月后（洽谈中）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 → 5个月后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A轮时年化收入1亿美元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国内同赛道已获红杉中国、鼎晖、今日资本、BAI投资，阿里、腾讯也已入局：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赛道已被验证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UniPat为据报道估值，Applied Compute约30亿美元为洽谈中估值，Humanlaya为融资额；其余为投后估值。来源见A2。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前沿实验室与企业客户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授权次数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  · 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瞄准整个AI经济：每个行业，一个自己变强的AI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  ·  事件预测RSI  ·  10个行业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每个行业，同步开发自我进化环境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事件预测RSI上线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拓展至10个行业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AI经济的数据与自我进化引擎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Trading合作授权数据，每笔交易由市场结算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交易表现较基础模型最高提升12%，多次独立复现（受控实验）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 6），尚无模型越过人类水平线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TechCrunch（2025年2月，7,500万美元）；CEO（2025年9月，5亿美元）；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Sacra（2025年12月，7.6亿美元）；Mercor（2026年初，10亿美元）；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Dealroom（2026年6月，20亿美元）。均为毛营收，专家拿走60–70%（彭博）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A轮2.5亿（2024年9月）、B轮20亿（2025年2月）、C轮100亿美元（2025年10月）；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200亿美元估值轮次处于早期洽谈（彭博，2026年7月9日）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公司公告及TechCrunch，2026年9月22日（以35亿美元估值融资3.5亿美元；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年化收入3.75亿美元，一年增长18倍）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2025年2月成立；福布斯，2026年9月1日（加入YC 18个月，估值32亿美元）；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Wire（2026年4月，A轮估值3亿美元，年化收入1亿美元）；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Wang创立（福布斯）；Meta以143亿美元取得49%股份，估值约290亿美元（路透社，2025年6月）；近一半新训练项目涉及RL环境（Scale AI博客，2026年2月）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彭博，2026年9月10日（阿里领投3亿美元，据报道估值25亿美元，腾讯、红杉中国跟投；条款可能变化；阿里、字节、DeepSeek等向UniPat与Humanlaya采购）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2025年10月成立；2026年9月9日完成数亿元人民币Pre-A，鼎晖领投，红杉中国、今日资本、BAI参投（界面新闻、东方财富）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今天的训练数据采购：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Ventures（2026年7月）：50余家供应商合计约85亿美元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us》（2025年11月）：美国约2.9万亿美元；IMF（2026年4月）：美国GDP 32.4万亿、全球126.3万亿美元；美国以外按一半渗透率推算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训练市场推算：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10%参照大型科技公司研发占收入约10–15%，取下限，为推算假设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Research（2025年79.2亿美元；年复合增长45.82%），2028、2032年按此路径推算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公开文本存量：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预计2026–2032年间用尽（80%置信区间）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融资与估值：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Compute：Upstarts（2025年6月，种子轮2,000万美元，投后1亿美元）；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Information（2026年8月，约30亿美元洽谈）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世界对AI动作的反应：盈亏、账目、代码能否运行、事件是否发生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AI用自己在真实环境中的结果训练自己，一轮比一轮强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攻防测试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上线前模拟作弊与攻击，修补评分漏洞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