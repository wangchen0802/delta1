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62" r:id="rId8"/>
    <p:sldId id="264" r:id="rId10"/>
    <p:sldId id="265" r:id="rId11"/>
    <p:sldId id="272" r:id="rId18"/>
    <p:sldId id="271" r:id="rId17"/>
    <p:sldId id="269" r:id="rId15"/>
    <p:sldId id="275" r:id="rId21"/>
    <p:sldId id="270" r:id="rId16"/>
    <p:sldId id="267" r:id="rId13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8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Every industry's best AI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will come from our worlds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15468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 AI-native neolab building RL environments, verifiers and training data for agents that improve themselves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Founded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10, 2026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$6M seed round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Investor presentation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October 2026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 AI-native neolab for recursive self-improvement (RSI):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environments, verifiers and data that agents learn from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 ARR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Reached 24 days after founding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outside capital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Product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 environments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ML research, math, reasoning,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forecasting, software and accounting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Proof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model trained in our trading environment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did better on trading days it had never seen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 source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602 GitHub stars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Across 5 open benchmarks,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all shipped in our first 14 days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Quant founders, all 21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Cambridge, LSE and Duke mathematics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Street, Citadel, Optiver, Millennium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a year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Spent today on training data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RL environments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founders, all 21.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Together they turned down $0.9M+ in first-year pay to build SimReal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 · 21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employee at United Stables, where $U grew from zero to $1.4B in a year and listed on Binance within a month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Led institutional partnerships with YZi Labs, SIG, DRW and Wintermute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Only intern on HSBC's HKD stablecoin project, working on HKMA compliance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Hedge fund intern, Citadel London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LSE, Mathematics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USAMO qualifier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 · 21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Mathematics, First Class; scholar of St John's College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Youngest researcher at the Cambridge AI research center, under Prof. Po-Ling Loh (IMS Fellow)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Ex-quant at Jane Street, Citadel and Optiver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Designed all 5 open benchmarks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30 worldwide, Cambridge maths competition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British Physics Olympiad Top Gold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 · 21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scientist, Millennium Hong Kong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graduate hire on Millennium's alternative-data team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Co-organized Plug and Play's first Hong Kong event, with HKSTP (200+ attendees)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Duke, Mathematics and Statistics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can reason.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They still fail at real work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Looks right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actually happens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Backtest climbs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money live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All tests pass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Breaks in production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Accounting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Books look closed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doesn't reconcile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Analysis sounds right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Outcome proves it wrong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models trading real money were profitable in only 6 of 32 runs (Alpha Arena)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gap: </a:t>
            </a:r>
            <a:r>
              <a:rPr lang="zh-CN" sz="19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agents have nowhere realistic to practice, and no source of truth to learn from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Solution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 loop that turns real outcomes into better agents,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with AI inside it from day one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What's different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Today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14016"/>
            <a:ext cx="400507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Humans hand-write every task, label and rubric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52928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62656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10128"/>
            <a:ext cx="400507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Agents help write new tasks and data, find failure modes and improve the environments they train in. Next: the verifiers and rubrics themselves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4005072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4133088"/>
            <a:ext cx="4005072" cy="10789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22452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Proof point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443984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35440" y="4443984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 unseen trading days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 training in Xitadel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+12% is the best of several independent replications, measured on trading days held out from training.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Seven environments in 14 days.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Each is scored by something the agent can't argue with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81328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432304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 across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open benchmarks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30175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As of October 4, 2026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3493008"/>
            <a:ext cx="3017520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3621024"/>
            <a:ext cx="30175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Give the agent a world to practice in.</a:t>
            </a:r>
          </a:p>
          <a:p>
            <a:pPr marL="0" marR="0" lvl="0" indent="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Make the reward come from a market, a proof, hidden labels, an executable system or a real-world outcome.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931920" y="1572768"/>
            <a:ext cx="77083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931920" y="159105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Domain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257800" y="159105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Environment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7315200" y="1591056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Reward comes from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0835640" y="1591056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3931920" y="1883664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3931920" y="1883664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257800" y="1883664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Xitadel-QuantBench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0" y="1883664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market: replayed on unseen days, vs. the best human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835640" y="1883664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102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3931920" y="2395728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3931920" y="239572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ML research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257800" y="2395728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0" y="2395728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labels: official competition scoring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0835640" y="2395728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302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3931920" y="2907792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3931920" y="2907792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Math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257800" y="2907792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315200" y="2907792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proof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835640" y="2907792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101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3931920" y="3419856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931920" y="3419856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Reasoning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257800" y="3419856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315200" y="3419856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answers to 749 human-written puzzles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835640" y="3419856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70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3931920" y="3931920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3931920" y="3931920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257800" y="3931920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7315200" y="3931920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real-world outcome, after the deadline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835640" y="3931920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27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3931920" y="4443984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3931920" y="4443984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257800" y="4443984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SWE-Forward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7315200" y="4443984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executable system: hidden tests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835640" y="4443984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Private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3931920" y="4956048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3931920" y="495604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Accounting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5257800" y="4956048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Close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315200" y="4956048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books must reconcile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10835640" y="4956048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Private</a:t>
            </a:r>
          </a:p>
        </p:txBody>
      </p:sp>
      <p:sp>
        <p:nvSpPr>
          <p:cNvPr id="5050" name="SimReal 5050"/>
          <p:cNvSpPr/>
          <p:nvPr/>
        </p:nvSpPr>
        <p:spPr>
          <a:xfrm>
            <a:off x="3931920" y="5468112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1" name="SimReal 5051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SWE-Forward and Month-End Close are not open-sourced.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Picture 336" descr="xita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928" y="1591056"/>
            <a:ext cx="8732520" cy="1280160"/>
          </a:xfrm>
          <a:prstGeom prst="rect">
            <a:avLst/>
          </a:prstGeom>
        </p:spPr>
      </p:pic>
      <p:pic>
        <p:nvPicPr>
          <p:cNvPr id="338" name="Picture 337" descr="mlbe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2928" y="2980944"/>
            <a:ext cx="8732520" cy="1280160"/>
          </a:xfrm>
          <a:prstGeom prst="rect">
            <a:avLst/>
          </a:prstGeom>
        </p:spPr>
      </p:pic>
      <p:pic>
        <p:nvPicPr>
          <p:cNvPr id="339" name="Picture 338" descr="foreca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4370831"/>
            <a:ext cx="8732520" cy="128016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How it works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live environments,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each scored against real results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313432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11576304" y="1572768"/>
            <a:ext cx="64008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1572768"/>
            <a:ext cx="45720" cy="131673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777240" y="173736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777240" y="1938528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777240" y="228600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102 GitHub stars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77240" y="2487168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AI writes a trading strategy and is scored against the best human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2962656"/>
            <a:ext cx="2313432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11576304" y="2962656"/>
            <a:ext cx="64008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/>
          <p:nvPr/>
        </p:nvSpPr>
        <p:spPr>
          <a:xfrm>
            <a:off x="548640" y="2962656"/>
            <a:ext cx="45720" cy="131673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777240" y="312724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AI research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777240" y="3328416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77240" y="367588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302 GitHub stars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77240" y="3877056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AI does ML research and is ranked against real human teams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4352544"/>
            <a:ext cx="2313432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/>
          <p:nvPr/>
        </p:nvSpPr>
        <p:spPr>
          <a:xfrm>
            <a:off x="11576304" y="4352544"/>
            <a:ext cx="64008" cy="131673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/>
          <p:nvPr/>
        </p:nvSpPr>
        <p:spPr>
          <a:xfrm>
            <a:off x="548640" y="4352544"/>
            <a:ext cx="45720" cy="131673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77240" y="451713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77240" y="4718304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77240" y="506577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27 GitHub stars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77240" y="5266944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AI forecasts real events and is scored on the outcome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From each repo's public docs. Xitadel: published leaderboard; the human reference is the best real IMC Prosperity strategy. MLBench: a baseline submission, officially scored. FuturePredict: probabilities and scores are an example.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6904" y="1920501"/>
            <a:ext cx="941806" cy="365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94689" y="1976925"/>
            <a:ext cx="1362904" cy="252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61536" y="1841742"/>
            <a:ext cx="1065880" cy="522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90509" y="1964930"/>
            <a:ext cx="1244601" cy="276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87378" y="1965960"/>
            <a:ext cx="1487533" cy="274320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84631" y="4270248"/>
            <a:ext cx="776629" cy="512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065526" y="4270248"/>
            <a:ext cx="512064" cy="512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698645" y="4270248"/>
            <a:ext cx="943049" cy="512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47282" y="4357107"/>
            <a:ext cx="1143000" cy="338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579358" y="4270248"/>
            <a:ext cx="576072" cy="512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144506" y="4370416"/>
            <a:ext cx="1142999" cy="311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137970" y="4983480"/>
            <a:ext cx="669951" cy="512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2750058" y="5062759"/>
            <a:ext cx="1142999" cy="353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598670" y="5053658"/>
            <a:ext cx="1143000" cy="371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645402" y="4983480"/>
            <a:ext cx="746760" cy="512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295894" y="5099266"/>
            <a:ext cx="1142999" cy="280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144506" y="4991931"/>
            <a:ext cx="1142999" cy="49516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Network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Practitioners from top trading firms,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plus students and alumni of 21 top universities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72768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Practitioners in our R&amp;D come from top trading firms, including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596896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2670048"/>
            <a:ext cx="348386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200K+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3255264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Reachable experts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352544" y="2670048"/>
            <a:ext cx="348386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4352544" y="3255264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Experts on the waitlist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156448" y="2670048"/>
            <a:ext cx="348386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156448" y="3255264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Universities in our network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548640" y="3566160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Experts write, score and review tasks inside our environments.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3895344"/>
            <a:ext cx="11091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396849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Students and alumni of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practitioners work or study; no endorsement implied.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a year today.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One vendor, Mercor, grew revenue 27x in 16 months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Today: training data and RL environments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/ year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Combined revenue of 50+ vendors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2030: the AI economy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$700B / year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If AI becomes a $7T economy and 10% goes to training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27x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run-rate revenue: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$75M to $2B in 16 months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for expert data is exploding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10x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valuation: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$2B to $20B in 17 months (in talks)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Capital is doubling down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18x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 new data business: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growth in one year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is shifting to experts and environments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Deedy Das market map (Jul 2026); Mercor (TechCrunch, Dealroom); Snorkel AI (Sep 2026). The 2030 figure is our estimate.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us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 vendors sell expert hours.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build assets that compound with every customer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035040" y="1572768"/>
            <a:ext cx="5605272" cy="3511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51460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Expert-data vendors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172200" y="1591056"/>
            <a:ext cx="54681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685800" y="188366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What compounds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514600" y="188366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hours. Each project starts from scratch.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172200" y="188366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Proprietary environments, verifiers and failure maps, plus the models we train in them. Every customer and every loop adds to them.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2374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85800" y="252374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Cost curve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514600" y="252374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Rises with headcount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172200" y="252374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Falls with scale: once a verifier exists, new data is generated and checked automatically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1638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685800" y="316382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Proof of quality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514600" y="316382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Spot checks and reviewer judgment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172200" y="316382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tests, out-of-sample results, published result hashes and measured training gains (+12%)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0390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685800" y="380390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Velocity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2514600" y="380390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new domain means new recruiting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172200" y="380390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environments in 14 days; $7M ARR in 24 days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44439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685800" y="444398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Network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514600" y="444398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Large expert pools, paid by the hour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172200" y="444398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Practitioners from top trading firms and 200K+ reachable experts, whose work our verifiers check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50840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/>
          <p:nvPr/>
        </p:nvSpPr>
        <p:spPr>
          <a:xfrm>
            <a:off x="548640" y="5248656"/>
            <a:ext cx="11091672" cy="5486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777240" y="5248656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In short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2286000" y="5248656"/>
            <a:ext cx="91714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They sell hours; we sell verified gains. 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Their costs rise with scale; ours fall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now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are starting to improve themselves.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now the bottleneck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changed in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have built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is doing AI research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OpenAI: 3.1 agent-workdays for every researcher-workday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OpenAI, Sep 2026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SimReal-MLBench: an exam for AI research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302 GitHub 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is improving itself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agent rewrote its own code: 7 gains in 8 days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Weco AIDE², Sep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 working in trading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+12% on unseen trading days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the bottleneck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a noisy environment, top agents fall from 83.9% to 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Breaking the Environment Wall, Sep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Seven environments in 14 days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200K+ experts to build more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5544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Our position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377440" y="5138928"/>
            <a:ext cx="90799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gate RSI; they are our core research. 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 neolabs have no revenue; we hit $7M ARR in 24 days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OpenAI (Sep 6, 2026); Weco AI, arXiv 2609.26457; Breaking the Environment Wall, arXiv 2609.29773; Deedy Das neolab list (May 2026). +12% is the best of several replications.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Founded September 10, 2026.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 ARR in 24 days, with no outside capital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14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shipped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training loop working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Week 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10+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Types of data delivered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Across 5 open benchmarks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Days counted from founding; as of October 4, 2026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Customers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 in talks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Training infrastructure: more training per unit of compute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1/4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Rollout time cut to a quarter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+64%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More scored attempts on the same compute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Less checkpoint time, with half as many checkpoints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Infrastructure figures are internal tests on different bases; do not multiply or add them.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round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Raising a $6M seed round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 scale environments, RSI and delivery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44824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04672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04672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$6M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4322064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4578096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Post-money valuation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4578096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$75M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095488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351520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Dilution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351520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8%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22960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and data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Take the trading playbook to more expert domains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22960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22960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22960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 engineers  ·  Expert network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22960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22960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10+ expert-domain environments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322064" y="2487168"/>
            <a:ext cx="3544824" cy="30175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596384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596384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RSI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4596384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self-improvement to larger models and more domains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4596384" y="4114800"/>
            <a:ext cx="29961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4596384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596384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Compute  ·  Researchers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596384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4596384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RSI on open-weight large models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8095488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8369808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369808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Delivery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369808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Turn frontier-lab pilots into long-term contracts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369808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369808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369808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Delivery team  ·  Sales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369808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8369808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 customers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548640" y="5650992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Converted from RMB at 6.67 per US dollar.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Business model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 is the revenue engine.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Frontier labs today; enterprise and personal agents next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2918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Now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Frontier AI labs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need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Environments, verified trajectories and training data for post-training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41248" y="3950208"/>
            <a:ext cx="292912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41248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provide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41248" y="4279392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 licenses, data and evals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337304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29912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29912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Enterprise agents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29912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need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29912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Vertical AI companies that need agents to be reliable at one job before they deploy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629912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29912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provide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29912" y="4279392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Custom environments and acceptance tests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8576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Later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18576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Personal agents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18576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need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18576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agent that practices your task for a few minutes before you trust it to act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418576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418576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provide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418576" y="4279392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On-demand practice environments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One set of environments serves all three, 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and every model upgrade needs new tasks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