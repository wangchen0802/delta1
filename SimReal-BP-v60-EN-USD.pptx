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67" r:id="rId13"/>
    <p:sldId id="268" r:id="rId14"/>
    <p:sldId id="270" r:id="rId16"/>
    <p:sldId id="266" r:id="rId12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data. Real environments. AI that gets it right.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is a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data, RL environments and recursive self-improvement (RSI)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for next-generation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$6.75M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 in 14 days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of them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working in trading by week 2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Gen-Z quant team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LSE,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spend on training data and RL envs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 experts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more on the waitlist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universities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turned down $0.9M+ in first-year pay to build the next training engine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took USDU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0 to $1.4B in a year; Binance listing 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(SIG, DRW)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 project;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worked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hedge fund intern,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Class, scholar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contest · BPhO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hire, Millennium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HK event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HKSTP, 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Mathematics &amp; Statistics · YCIS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bottleneck moved from data to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Budgets exist; expert-domain environments don't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learn by RL on auto-graded tasks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runs out 2026–2032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Auto-graded environments are scarce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Money is moving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$200–2,000 per RL task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bought env company Deeptune (Jul 2026)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neolab Recursive valued at $4.65B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and capital pay for envs and RSI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work unsolved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still fail at trading and finance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Meta, OpenAI launched personal agents (Sep)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is clear-cut: the place to start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~20 early RL-environment companies; expect 3–5 to remain.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to show gains wins the long contracts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(Jan 2026); TechCrunch (Jul 2026); SiliconANGLE (May 2026); Meta and OpenAI announcements (Sep 2026); Wing VC (2026).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still fails at real work.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is missing: 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training ground scored by real outcomes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 method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Attempt, get scored, fix the weak spots: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stronger every loop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are stronger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scoring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standards: top model 77, rest 24–30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Fast, precise tasks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Reviewed by 200K+ experts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Verified gain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trading days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from the public Xitadel benchmark. +12% is the best of several independent replications.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602 GitHub stars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benchmarks, as of Oct 4, 2026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302★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ML competitions: can AI do research?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102★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trading, scored against the best human strategy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101★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 mathematics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70★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human-written reasoning puzzles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27★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 real events, scored on the outcome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training environments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 ·  AI research  ·  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data, joint training.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means a repeat purchase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licenses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AI research, forecasting environments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term and scope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run produces data: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trajectories, expert demos, eval sets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by volume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train customer models in our environments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Priced per project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Engagement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and acceptance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 and delivery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refresh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model upgrade needs new tasks: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 refresh, customers keep paying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in our R&amp;D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 from top trading firms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 · Score · Review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University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leader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estimate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$7T AI economy, 10% spent on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2030 figure is a company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win on scale.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win on expert scoring and speed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303580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Today's option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59105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Strength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43600" y="1591056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Weakness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291840" y="18653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Headcount, lab relationships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43600" y="18653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Labor-bound; no expert scoring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Quant-grade scoring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797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leaderboards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291840" y="27797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model comparison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43600" y="27797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 only; saturates fast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797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evals and trains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941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94176"/>
            <a:ext cx="2468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build in-house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291840" y="369417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needs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43600" y="3694176"/>
            <a:ext cx="24231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domain rules or experts; costs researchers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94176"/>
            <a:ext cx="28620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Ready environments, 200K+ experts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6085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9834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They scale headcount; we scale speed: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days, $6.75M ARR in 24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shifts in RSI in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already deliver on each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per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MLBench: the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improves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Noisy env: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Millions of tasks delivered in 3 weeks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So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is gated by environments, our core research. 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$6.75M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$6.75M ARR in 24 days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Millions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$6.75M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rollout cut to a quarter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resources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 down a third; half as many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Customers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labs first,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enterprises and consumers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data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train stronger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 licenses, training data,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workflows into practice tasks;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before go-live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envs and acceptance evals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Then · B2C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Consumers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that knows them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fits their day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tuned to personal habits, fast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three customer groups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