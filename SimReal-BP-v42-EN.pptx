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60" r:id="rId6"/>
    <p:sldId id="259" r:id="rId5"/>
    <p:sldId id="262" r:id="rId8"/>
    <p:sldId id="264" r:id="rId10"/>
    <p:sldId id="267" r:id="rId13"/>
    <p:sldId id="269" r:id="rId15"/>
    <p:sldId id="270" r:id="rId16"/>
    <p:sldId id="266" r:id="rId12"/>
    <p:sldId id="271" r:id="rId17"/>
    <p:sldId id="258" r:id="rId4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6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80467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that improves itself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the real world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environments built from real-world data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AI labs, enterprises, and personal agents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Company overview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4206240" y="46817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Contact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93776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At a glance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build real-world training environments where AI agents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fail, learn, and improve themselves, again and again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do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data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420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 trajectories, expert data, and evals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labs and enterprises; personal agents next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Proprietary environments for self-improvement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Shipped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products, 14 days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420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 worlds live: trading, AI research,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event prediction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public repos; no outside funding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Key 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420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Qwen3.8-27B, after training in Xitadel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Traded up to 12% better on unseen trading days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Reproduced in multiple independent runs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 quant founders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708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2005; math at Cambridge, LSE, and Duke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Experience at Jane Street, Citadel, Optiver,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→ $700B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708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Today: est. revenue, training data + RL envs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2030: company scenario, about 82x today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Not an independent forecast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 6 months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Goal: 20 customers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708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3–4 customers in the first 3 months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Month 6: self-improvement on open-source LLMs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Today: 2 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Whoever has an industry’s best training world has its best AI. </a:t>
            </a:r>
            <a:r>
              <a:rPr lang="en-US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start with trading, then the whole world.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Math, ML, quant trading, and data science: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turned down top quant firms’ return offers to build this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310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889504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 (U stablecoin)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Helped U: 0 → $1.4B in a year, on Binance in a month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Ran institutional relations; worked with SIG, DRW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Sole intern on HSBC HKD stablecoin; HKMA compliance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 at Citadel, London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 (Twitter) writer with millions of views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828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956048"/>
            <a:ext cx="29657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LSE, Math (undergraduate) · USAMO qualifier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Shenzhen College of International Education (SCIE)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310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889504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Summer ML research at Cambridge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Mentored by statistician Po-Ling Loh, IMS Fellow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undergrad AI researcher, Cambridge center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experience: Jane Street, Citadel, and Optiver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our 5 benchmarks and RL environments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 in a Cambridge math contest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828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956048"/>
            <a:ext cx="29657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Cambridge, Math, First-Class (Scholar)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SCIE, Shenzhen · UK Physics Olympiad Super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310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889504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 at Millennium Hong Kong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First-ever new-grad hire, Millennium alt-data team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Helped launch Plug and Play’s first HK event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(with Hong Kong Science Park; 200+ attendees)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Host, J&amp;J MedTech tech summit (200+ attendees)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author at 17; 100K+ engagements online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828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956048"/>
            <a:ext cx="29657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Duke, Math &amp; Statistics (undergraduate)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YK Pao School, Shanghai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63270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Trading-desk discipline, ML research, and institutional ties: </a:t>
            </a:r>
            <a:r>
              <a:rPr lang="en-US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three things professional environments need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Training’s bottleneck is shifting from data to environments: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budgets exist, but professional domains lack good ones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has changed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42032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Reasoning models now train with RL on automatically verifiable outcomes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human text is projected to run out between 2026 and 2032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Scarce now: auto-scored environments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Budgets are in place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42032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$200–$2,000 per RL task; environment contracts run 6–7 figures a quarter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acquired RL-environment startup Deeptune in July 2026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now buy environments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 tasks still unsolved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42032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Alpha Arena, frontier models trading real money profited in 6 of 32 runs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 Muse and OpenAI Dots began doing work for people in September 2026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first: easy to verify, big gap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The window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331720" y="4828032"/>
            <a:ext cx="90799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20 RL-environment startups; Wing VC expects 3–5 to last. </a:t>
            </a:r>
            <a:r>
              <a:rPr lang="en-US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 first with verifiable gains and long-term lab contracts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Epoch AI (public-text projection; RL-environment FAQ, Jan 2026); SiliconANGLE, TechCrunch (Jul 2026); Nof1 (May 2026); Meta, OpenAI (Sep 2026); Wing VC (2026). Muse, Dots, and task prices are industry examples, not SimReal customers or contracts.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has learned to reason,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but it still can’t do real-world work well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work has no answer key, only the world’s reaction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5968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Passes the surface check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Fails in the real world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backtest only goes up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617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in markets it hasn’t seen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432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4320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43200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4320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43200"/>
            <a:ext cx="4617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101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10128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1012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books look finished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1012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10128"/>
            <a:ext cx="4617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accounts don’t reconcile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8770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877056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Event prediction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877056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analysis sounds convincing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87705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877056"/>
            <a:ext cx="4617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Misses once the outcome is in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148840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Alpha Arena (Nof1): 6 of 32 real-money runs profitable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323076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77 &lt; 80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923276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Xitadel: top model GPT 6 scores 77; best human, 80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 learn real work, AI needs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world that scores every move by its real outcome.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train models on task outcomes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check the gains with independent evals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Base agent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Plug in the client’s existing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 and tool calling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Adapt as needed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Fine-tune on demonstrations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Align with human feedback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Train with RL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Outcome-based rewards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Update the model or policy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Independent evals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Verify on unseen tasks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 at the agreed bar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Weak tasks found in training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Self-generated task loop · R&amp;D direction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Analyze failures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Find the weak tasks in training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 sets tasks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Generates or selects new tasks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Check tasks and scoring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Rules, executors, expert review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Back to training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 round once checks pass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Self-generated tasks are an R&amp;D direction; eval tasks never feed training or new tasks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1945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SimReal delivers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926080" y="4754880"/>
            <a:ext cx="85313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Professional data  ·  Training environments  ·  Scoring tools  ·  Eval reports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References: InstructGPT (arXiv 2203.02155); DeepSeek-R1 (arXiv 2501.12948); Absolute Zero (arXiv 2505.03335).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 benchmarks are public;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our training infrastructure cuts the cost of every round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3794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real competition tasks that test ML research ability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3172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Replays order books, scores vs. pro traders, keeps trajectories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2549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Advanced math problems that test reasoning and problem solving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927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hand-written reasoning puzzles across 15 topics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1304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Locks forecasts and evidence by the deadline; scored on outcomes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Infrastructure: more training from the same compute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874520" y="4718304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Time per training round, vs. baseline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 microVM isolation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678424" y="4718304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attempts, same resources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Rollout allocation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482328" y="4718304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Checkpoint time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Smart checkpointing; half as many saves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repos as of Oct 2, 2026. Infra metrics are internal tests on different baselines; they can’t be multiplied or added.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charge AI labs and enterprises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by delivery scope and usage rights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Who pays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514344" cy="10241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77240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048256"/>
            <a:ext cx="3057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AI labs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237744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 frontier labs in talks for data and environments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755648"/>
            <a:ext cx="351434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565904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Expanding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565904" y="2048256"/>
            <a:ext cx="3057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 teams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565904" y="237744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 and test agents on workflows before deployment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25968" y="1755648"/>
            <a:ext cx="351434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354568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354568" y="2048256"/>
            <a:ext cx="3057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Personal-agent developers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354568" y="237744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Practice on long, cross-app tasks and failure recovery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287121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buy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090672"/>
            <a:ext cx="3514344" cy="1481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318211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3364992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7240" y="374904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Executable tasks and outcome-scoring tools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77240" y="4187952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 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By term, scope, and usage rights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4337304" y="3090672"/>
            <a:ext cx="3514344" cy="1481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4565904" y="318211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65904" y="3364992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data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4565904" y="374904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 trajectories, expert data, and eval data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565904" y="4187952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 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By volume or batch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125968" y="3090672"/>
            <a:ext cx="3514344" cy="1481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8354568" y="318211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8354568" y="3364992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Joint training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8354568" y="374904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experiments, transfer validation, and managed runs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354568" y="4187952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 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Project or ongoing service contracts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4736592"/>
            <a:ext cx="2498598" cy="4389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49808" y="4736592"/>
            <a:ext cx="209626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Scope and acceptance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3047238" y="4736592"/>
            <a:ext cx="365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3412998" y="4736592"/>
            <a:ext cx="2498598" cy="4389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3614166" y="4736592"/>
            <a:ext cx="209626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Paid pilot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911596" y="4736592"/>
            <a:ext cx="365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6277356" y="4736592"/>
            <a:ext cx="2498598" cy="4389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6478524" y="4736592"/>
            <a:ext cx="209626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Licensed delivery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775954" y="4736592"/>
            <a:ext cx="365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9141714" y="4736592"/>
            <a:ext cx="2498598" cy="43891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9342882" y="4736592"/>
            <a:ext cx="209626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Ongoing updates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32180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model upgrade needs new tasks, trajectories, and tests, </a:t>
            </a:r>
            <a:r>
              <a:rPr lang="en-US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so ongoing updates bring repeat purchases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Pricing reflects the proposed business model, not signed contracts.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36378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36891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8637" y="3570531"/>
            <a:ext cx="951678" cy="46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36782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666744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0143" y="4489704"/>
            <a:ext cx="63794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4476" y="44897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18186" y="4497876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18932" y="4564678"/>
            <a:ext cx="914400" cy="2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5203" y="4489704"/>
            <a:ext cx="473202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90276" y="4575325"/>
            <a:ext cx="914399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43958" y="5111495"/>
            <a:ext cx="55031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47588" y="5180405"/>
            <a:ext cx="914400" cy="28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033260" y="5173124"/>
            <a:ext cx="914400" cy="29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69427" y="5111495"/>
            <a:ext cx="61341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404604" y="5209611"/>
            <a:ext cx="914400" cy="22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630696" y="5141253"/>
            <a:ext cx="833560" cy="36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 with no outside funding;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 frontier labs in talks and 200,000+ experts reachable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Path to our first paid pilot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to build 7 products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How fast we deliver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512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stars, 5 public repos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Dev and researcher interest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Outside funding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073134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dollar went into product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2999232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As of September 29, 2026; GitHub stars as of October 2, 2026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33467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supporting our R&amp;D work at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33425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200,000+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57400" y="4334256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Reachable, verifiable experts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809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057400" y="4809744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52852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2057400" y="5285232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Universities: students and alumni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supporters work and some of the universities in our network; they do not imply endorsement. Network reach is not registration or delivery.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Spending on training data and environments is accelerating: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our own 2030 scenario is about 82x today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Estimated revenue of 50+ vendors (Deedy Das, Jul 2026)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309360" y="180136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company scenario estimate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7889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82x today; assumes a $7T AI economy with 10% spent on training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Mercor’s gross run-rate grew from 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surging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Mercor’s valuation: $2B to $20B in 17 months ($20B 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Capital has priced this category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data services, in about a year; $375M run-rate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Shift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Mercor (TechCrunch, Sacra, Dealroom); Snorkel AI announcement (Sep 2026); Deedy Das industry map (Jul 2026). 2030 is a company scenario estimate, not an independent research forecast.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Competition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start with trading and event prediction: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others win on scale; we win on domain scoring and speed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03580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clients use 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do well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they fall short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SimReal’s edge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&amp; environment vendors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Scale AI, AfterQuery, and 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 expert networks, deep lab relationships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Mostly general domains; order matching and risk scoring need desk experience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Desk-built order matching and risk scoring; same strategy, same score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79776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Public benchmarks &amp; evals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Alpha Arena and other leaderboards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79776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Easy to compare models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79776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Evals only, no training data; saturate soon after release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79776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environment yields training data; reserve tasks keep tests fresh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94176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Built in-house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client’s own team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94176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Fits their own tools and business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94176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Lacks domain rules and experts; ties up research headcount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94176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Ready-made trading and event-prediction environments, plus experts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7548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Reusable assets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377440" y="4754880"/>
            <a:ext cx="92628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Tasks, scorers, held-out test sets, expert data, and failure cases grow with each client and model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85232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Already priced: Bloomberg reports Alibaba plans to lead </a:t>
            </a:r>
            <a:r>
              <a:rPr lang="en-US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$300M round in UniPat at about a $2.5B valuation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Scoring, training, and delivery must all work at once: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have results on all three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Scoring done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32888"/>
            <a:ext cx="29657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Trading-desk rules: tick-level matching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P&amp;L minus drawdown, times Sharpe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Last day held out; hashes pre-published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 at 77; best human at 80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Other frontier models at 24–30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that pays off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32888"/>
            <a:ext cx="29657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One environment for evals and training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MicroVM isolation, rollout allocation,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smart checkpointing cut cost per round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Qwen3.8-27B: up to +12% on unseen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+64% scored attempts, same resources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Fast delivery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32888"/>
            <a:ext cx="29657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Our own environment-building tools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200,000+ reachable experts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 experts on the waitlist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products, 14 days, no outside funding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512 stars across 5 public repos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864608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4864608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Harder to copy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880360" y="4864608"/>
            <a:ext cx="853135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client will leave tasks, scorers, failure cases, vetted experts, </a:t>
            </a:r>
            <a:r>
              <a:rPr lang="en-US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reused for the next client and the next domain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Xitadel-QuantBench report and scoring spec (IMC Prosperity order books; +12% on unseen days); infra: internal tests; stars as of Oct 2, 2026.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Next 6 months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revenue engine sells to today’s buyers;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RSI engine works on recursive self-improvement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5408676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engine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1975104"/>
            <a:ext cx="48234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data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450592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Licenses and data delivery for recurring revenue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779776"/>
            <a:ext cx="48234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Focus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41248" y="2980944"/>
            <a:ext cx="48234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and expert data; onboarding, acceptance, updates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41248" y="335584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41248" y="346557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Months 1–3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41248" y="367588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3–4 customers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41248" y="405993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 first orders and collect payment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252978" y="346557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 6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252978" y="367588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 customers in total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52978" y="405993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Expansion orders and repeat purchases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6231636" y="1572768"/>
            <a:ext cx="5408676" cy="29260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6524244" y="1755648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RSI engine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524244" y="1975104"/>
            <a:ext cx="48234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524244" y="2450592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R&amp;D: self-generated tasks, training, independent evals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524244" y="2779776"/>
            <a:ext cx="48234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Focus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524244" y="2980944"/>
            <a:ext cx="48234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Compute and research; validate in trading and event prediction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6524244" y="335584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6524244" y="346557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Months 1–3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524244" y="367588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Small-model tests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524244" y="405993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Validate the self-generated task loop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935974" y="346557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 6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935974" y="367588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10+ environments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935974" y="405993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End to end; RSI on open-source LLMs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4681728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Self-improving AI in the real world,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from trading to the whole world.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71500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·   </a:t>
            </a:r>
            <a:r>
              <a:rPr lang="en-US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