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75" r:id="rId21"/>
    <p:sldId id="259" r:id="rId5"/>
    <p:sldId id="269" r:id="rId15"/>
    <p:sldId id="270" r:id="rId16"/>
    <p:sldId id="271" r:id="rId17"/>
    <p:sldId id="266" r:id="rId12"/>
    <p:sldId id="267" r:id="rId13"/>
    <p:sldId id="268" r:id="rId14"/>
    <p:sldId id="272" r:id="rId18"/>
    <p:sldId id="278" r:id="rId45"/>
    <p:sldId id="273" r:id="rId19"/>
    <p:sldId id="274" r:id="rId20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78638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个人Agent被托付之前，先在这里练过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从交易开始：面向AI实验室的专业领域训练环境与数据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人民币4,000万元（等值美元）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给AI和个人Agent一个真实的世界，让它们反复犯错、学习、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训练环境与AI数据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面向AI实验室与企业：Agent轨迹、专家与评测数据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用真实结果迭代训练Agent（专家迭代）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下一步：向个人Agent开放练习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3个世界已上线：交易、AI研究、事件预测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5个公开仓库；零外部融资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Qwen3.8-27B经Xitadel训练，在未见过的竞赛交易日上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最高提升12%【待补：N次运行均值与置信区间】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05后量化创始团队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剑桥、LSE、杜克数学本科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约20家买家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金融类环境每家每年40万–200万美元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按Epoch AI定价推算；先拿下其中2–3家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3467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人民币（等值美元）；投后估值5亿元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收入引擎与RSI引擎各2,000万元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谁有一个行业最好的训练世界，谁就有这个行业最好的AI；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先把交易的训练增益做实，再复制到下一个领域。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奥赛与名校 → 华尔街最残酷的交易台：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我们最懂做题与做事的差距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Stables首位员工：帮助U稳定币一年内从0做到14亿美元，一个月上线Binance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汇丰港元稳定币发行项目唯一实习生，全程协助推进香港金管局（HKMA）合规项目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剑桥机器学习暑研，师从著名统计学教授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参与落地Plug and Play香港首场活动（联合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香港科技园）；担任强生MedTech科技峰会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主持人（均200+人规模）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AI、Mercor、AfterQuery创始人都在20岁左右起步；早期投资人回报：</a:t>
            </a: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17,000倍、40倍、1,800倍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 16个月收入涨27倍，估值洽谈至200亿美元：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赛道才刚开始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收入增长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27倍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估值增长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10倍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Mercor估值：17个月，20亿→200亿美元（洽谈中）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实验室在买环境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2万–30万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单个RL环境价格（美元）；合同每季度六到七位数（Epoch AI）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011680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AI年化收入一年增至3.75亿美元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323076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323076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290亿美元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86116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AI估值，Meta以143亿美元入股49%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14个月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AfterQuery从成立到年化收入1亿美元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6323076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6323076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15亿美元+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86116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谷歌与RL环境公司Mechanize的交易（据报道）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011680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AfterQuery估值：3亿→32亿美元（据报道）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323076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323076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数千万美元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786116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英伟达一个季度付给Mercor的专家数据费用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/>
          <p:nvPr/>
        </p:nvSpPr>
        <p:spPr>
          <a:xfrm>
            <a:off x="6323076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548640" y="5266944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来源：Mercor（TechCrunch、Sacra、Dealroom、彭博、The Information）；AfterQuery（Business Wire、福布斯）；Snorkel AI（路透社）；Scale AI（路透社）；Mechanize（Business Insider）；RL环境定价（Epoch AI）。详见A2。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AI已经学会推理，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却还做不好真实世界里的事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79776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79776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79776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79776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832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832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832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832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832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9867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9867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9867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9867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照着下注却亏钱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5902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用真实结果结算每个动作的世界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核心洞察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AI的每一次跃迁，都来自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反馈信号的升级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第一代 · 互联网数据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模仿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模型学会抄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77240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会说话的AI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78708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7308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第二代 · 人类偏好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07308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对齐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07308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人来打分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607308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607308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好用的AI助手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6208776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437376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第三代 · 标准答案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37376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验证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437376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按答案判对错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437376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437376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推理模型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9038844" y="1600200"/>
            <a:ext cx="2601468" cy="2834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267444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第四代 · 真实世界的反馈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67444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实践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9267444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AI在真实场景中行动，真实结果为每个动作结算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9267444" y="3337560"/>
            <a:ext cx="214426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267444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真实结果驱动的自我进化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267444" y="3886200"/>
            <a:ext cx="21442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刚刚起步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463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考满分的AI，未必能放心托付。下一代AI的进步，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要靠真实世界的反应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AI完成任务，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真实结果成为下一轮训练信号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4592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64592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234440" y="16459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834640" y="164592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按真实规则重建专业场景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46888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46888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234440" y="246888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结果评分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834640" y="24688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按真实结果打分，不靠另一个AI的主观判断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29184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918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234440" y="32918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专家反馈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834640" y="329184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提供专业判断与评分标准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14800"/>
            <a:ext cx="6035040" cy="5943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1148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834640" y="411480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同一套环境，打通评测、数据与训练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086600" y="164592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60920" y="164592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AI行动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224028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086600" y="246888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60920" y="246888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环境按规则作出反应，结果可复现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306324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086600" y="329184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360920" y="329184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按真实结果结算，留下Agent轨迹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88620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086600" y="4114800"/>
            <a:ext cx="4553712" cy="5943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360920" y="411480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下一轮训练：用成功轨迹迭代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每一轮用真实结果筛出成功轨迹再训练：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今天是专家迭代，长期目标是RSI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旗舰实证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两周，我们跑通了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做市交易的迭代训练闭环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竞赛级市场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828800" y="1554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回放IMC Prosperity交易竞赛订单簿，按规则撮合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模拟器当裁判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828800" y="20116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按盈亏、回撤与夏普计分，不用AI打分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4688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4688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对标人类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82880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同一留出交易日上的最佳人类竞赛策略记80分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9260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3108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743200" y="3145536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开源模型Qwen3.8-27B训练后，</a:t>
            </a:r>
            <a:br>
              <a:rPr lang="zh-CN" sz="1250"/>
            </a:b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在未见过的竞赛交易日上表现最高提升12%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3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【待补：运行次数、均值、95%置信区间】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51376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4261104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交易是第一个跑通迭代训练的领域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608576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下一步：更多留出日与随机种子，再接真实行情数据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812280" y="1554480"/>
            <a:ext cx="4828032" cy="336499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086600" y="1755648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Xitadel公开预览版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1993392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尚无模型越过人类水平线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10588752" y="2697480"/>
            <a:ext cx="13716" cy="17739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857232" y="247802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人类最佳 80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28803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GPT-6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321040" y="2926080"/>
            <a:ext cx="2190610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908146" y="288036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30098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321040" y="3346704"/>
            <a:ext cx="853794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9229698" y="330098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086600" y="372160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321040" y="3767328"/>
            <a:ext cx="784628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160532" y="372160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086600" y="41422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321040" y="4187952"/>
            <a:ext cx="696755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9072659" y="414223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产品矩阵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14天上线7款产品，已有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5个公开仓库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产品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4612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领域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4348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50976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状态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288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2880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46120" y="182880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434840" y="182880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回放竞赛订单簿，按盈亏、回撤与夏普计分；已跑通迭代训练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509760" y="182880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3134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31343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46120" y="231343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AI研究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434840" y="231343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60个研究任务、7类数据，参照OpenAI的MLE-bench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509760" y="231343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178星标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2798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2798064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46120" y="2798064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434840" y="2798064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预测真实事件，揭晓后按结果训练；数据实时接入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509760" y="2798064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部分开源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282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282696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46120" y="3282696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数学证明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34840" y="3282696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让AI证明答案，而不是猜答案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509760" y="3282696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3767328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46120" y="3767328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逻辑推理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434840" y="3767328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749道人工编写的推理谜题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509760" y="3767328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17星标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251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425196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46120" y="425196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财务结账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434840" y="425196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让AI零差错完成月结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509760" y="425196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365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73659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3246120" y="473659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4434840" y="473659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检验AI写的代码能否挺过下一个版本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509760" y="473659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548640" y="52212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以上全部在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零外部融资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下完成。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6035040" y="5394960"/>
            <a:ext cx="56052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合计400星标  ·  2026年9月29日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数据业务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环境与专家网络，产出三类AI数据：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Agent轨迹、专家数据、评测数据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AI在真实环境中完成多步任务的全过程：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每一步动作、世界的反馈、最终结果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按真实结果标注成败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用于监督微调与强化学习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背靠21所顶尖大学的学生和校友网络：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真实工作里的示范、判断与评分标准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覆盖各行业入门岗位与顶尖科研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用于对齐、奖励模型与评分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私有评测集与留出集：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只用于检验，从不参与训练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上线前经过攻防测试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用于模型验收与持续评测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1330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和只卖人工数据的公司不同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同源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463040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数据、评分与训练，共用一套环境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4337304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4337304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可验证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1704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轨迹成败由真实结果判定，不靠人工意见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125968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125968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会生长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040368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模型错在哪，下一批数据就补到哪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训练数据与RL环境，今天已是年收入约85亿美元的生意：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这两样，我们都做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每一轮都有新交付：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合作越深，收入越高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三条产品线 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  ·  AI数据（Agent轨迹、专家、评测） ·  RSI自我进化服务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8229600" y="1499616"/>
            <a:ext cx="341071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同一模式：AfterQuery 14个月做到年化1亿美元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31520" y="20665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合作阶段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2926080" y="206654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客户买什么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80760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收费依据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595360" y="2066544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为什么继续买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3591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31520" y="235915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143000" y="235915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926080" y="23591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一项能力的环境、数据与评测包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080760" y="235915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固定范围、固定验收标准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595360" y="235915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验证接入与训练价值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29260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31520" y="292608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143000" y="292608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正式授权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926080" y="29260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环境、任务集、验证器、约定使用权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080760" y="29260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期限、范围、独占性；数据按交付量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595360" y="29260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扩大领域与任务覆盖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4930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" y="349300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143000" y="349300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926080" y="3493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新场景、新任务、新轨迹、私有留出集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49300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年度合同或分批订单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595360" y="349300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旧任务会饱和，新能力需要新数据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0599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/>
          <p:nvPr/>
        </p:nvSpPr>
        <p:spPr>
          <a:xfrm>
            <a:off x="548640" y="4059936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" y="405993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143000" y="405993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联合训练（RSI）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926080" y="405993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训练实验、消融分析、迁移验证、托管运行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080760" y="405993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595360" y="405993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解决客户下一阶段的能力缺口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548640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786384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开源 vs 付费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786384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开源基准：公开，用来建立信任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付费产品：私有任务、数据、留出集与验证器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4322064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4559808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非独家 vs 独家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4559808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非独家：同一环境可授权给多家实验室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独家：按领域与期限锁定，溢价较大（Epoch AI）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095488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333232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下一步 · 个人Agent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333232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同一个世界，两类客户：实验室与Agent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Agent付费练习，默认保密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或脱敏共享轨迹，换练习额度与收益分成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954622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00591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84992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995012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产品已公开，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商业采购正在推进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3390138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400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GitHub星标合计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2026年9月29日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517904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【X】份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意向订单 / 付费试点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【待补：客户类型与金额】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29184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前沿实验室采购进度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822960" y="3835908"/>
            <a:ext cx="105430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822960" y="3826764"/>
            <a:ext cx="3514344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740664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91440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接触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4255008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05784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洽谈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605784" y="341985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当前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769352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120128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付费试点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11283696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10634472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采购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4334256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管线【待补】：实验室A（美国）· 技术评估 · 试点报价【金额】；实验室B（中国）· 洽谈 · 【下一步】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626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支持我们研发的交易机构从业者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616745" y="49377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57784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标识仅表示支持者任职机构，不代表机构背书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</a:t>
            </a:r>
            <a:r>
              <a:rPr lang="zh-CN" sz="16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可触达、可验证的专家：21所顶尖大学的学生和校友，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专家数据的源头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</a:t>
            </a:r>
            <a:r>
              <a:rPr lang="zh-CN" sz="3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可触达、可验证的专家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21所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6060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顶尖大学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入门岗位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600200" y="285292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每个行业，AI最先接手的工作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5526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顶尖科研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600200" y="325526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最难的问题，最难的判断标准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65760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向上延伸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00200" y="3657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成员逐年晋升，网络延伸到资深与高层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每做一个领域，资产都会留下来：</a:t>
            </a:r>
            <a:r>
              <a:rPr lang="zh-CN" sz="13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专家网络 → 专家数据与判断标准 → 环境与验证器 → 失败案例库 → 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市场规模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按实验室采购价自下而上：金融一个领域，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每年约800万–4,000万美元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3941064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90688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① 单价（Epoch AI）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2万–30万美元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每个RL环境：网站复刻约2万，Slack级产品约30万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2935224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单个任务（美元）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478024" y="293522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200–2,000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31927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319272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实验室合同（每季度，美元）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478024" y="331927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六到七位数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703320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48640" y="3703320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金融环境：撮合、仓位、风险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478024" y="37033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偏复杂一端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398264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398264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② 买家 × 年采购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398264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约20家实验室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398264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中美做Agent强化学习后训练的实验室（名单见A2）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2935224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每家每年 · 金融类（美元）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327648" y="293522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40万–200万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98264" y="331927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98264" y="3319272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金融一个领域（美元）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327648" y="331927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800万–4,000万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4398264" y="3703320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4398264" y="3703320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 3个已上线领域（美元）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327648" y="37033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0.24亿–1.2亿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247888" y="1517904"/>
            <a:ext cx="339242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85632" y="1645920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③ 我们的12个月目标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85632" y="1901952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2–3家付费实验室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85632" y="2542032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每家年合同（美元）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939528" y="254203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40万–100万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85632" y="2926080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85632" y="2926080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年化收入（美元）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939528" y="292608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100万–300万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485632" y="3456432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【待补：意向订单与试点报价，用来校准这两行】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485632" y="4032504"/>
            <a:ext cx="291693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今天训练数据与RL环境供应商年收入</a:t>
            </a:r>
            <a:br>
              <a:rPr lang="zh-CN" sz="1000"/>
            </a:b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合计约85亿美元：这个目标不到其0.05%。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先在金融拿下20家买家中的2–3家，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再把同一套方法复制到下一个领域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来源：单价与合同规模见Epoch AI《An FAQ on RL environments》（2026）；行业收入见Menlo Ventures合伙人Deedy Das（2026.7）。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买家约20家为我们按公开信息统计；每家年采购与12个月目标为假设，待意向订单校准。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竞争格局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别人做一环，我们做让AI持续进步的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完整闭环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59105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专家数据平台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3852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Mercor、Surge、Handshake、AfterQuery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17904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专家示范与判断，按人工意见打分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正进入RL环境：Mercor收购Deeptune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591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中国同行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706624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UniPat、Humanlaya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91840" y="2286000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专家数据、评测环境与基准；主要服务国内实验室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735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AI评测公司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291840" y="3054096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测今天的水平，分数就是产品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822192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40416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3822192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只做自己熟悉的领域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590288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663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501091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环境、数据、评分、自我进化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91840" y="4590288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同一套环境打通数据、评分与训练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每次结果都进入下一轮，AI越练越强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151790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我们的优势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315200" y="181051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0" y="190195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金融know-how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315200" y="2267712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把回撤和夏普写进评分：修好一个人类策略后盈亏+63%，夏普却从7.27跌到3.03，只看盈亏会选错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315200" y="2706624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798064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评分可验证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315200" y="3163824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模拟器计分、留出交易日、结果哈希公开：同一策略永远得同一分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7315200" y="36027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315200" y="36941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自有资产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315200" y="4059936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环境构建工具、验证器、专业任务库和失败案例积累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7315200" y="44988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7315200" y="45902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7315200" y="4956048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14天7款产品，两周跑通做市交易的迭代训练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国内现状  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据彭博报道，阿里拟领投UniPat 3亿美元（估值25亿美元）；Humanlaya完成鼎晖领投的数亿元Pre-A；阿里、字节、DeepSeek等都买过两家的数据或服务。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热点变得越快，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我们越有利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每一波热点，都由跑得最快的年轻团队拿下；个人Agent这一波，Instinct创始人23岁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86384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数据标注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182112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64992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2736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998464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181344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19088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RL环境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814816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997696" y="1737360"/>
            <a:ext cx="2633472" cy="42062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35440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86384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86384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290亿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86384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美元估值，2025年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786384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86384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19岁的Alexandr Wang创立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86384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86384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MIT辍学，出自Y Combinator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86384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86384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曾是最年轻的白手起家亿万富翁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64992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02736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02736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100亿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02736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美元估值，2025年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602736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602736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三位高中同学创立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3602736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3602736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22岁成最年轻白手起家亿万富翁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602736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602736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13个月估值上涨约40倍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181344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419088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AfterQuery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19088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32亿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6419088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美元估值（据报道）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加入YC 18个月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6419088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6419088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两位高中好友创立，现22、23岁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6419088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6419088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创始人曾在Citadel Securities实习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6419088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6419088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YC史上最快的独角兽</a:t>
            </a:r>
          </a:p>
        </p:txBody>
      </p:sp>
      <p:sp>
        <p:nvSpPr>
          <p:cNvPr id="5047" name="SimReal 5047"/>
          <p:cNvSpPr/>
          <p:nvPr/>
        </p:nvSpPr>
        <p:spPr>
          <a:xfrm>
            <a:off x="8997696" y="2267712"/>
            <a:ext cx="2633472" cy="31089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8" name="SimReal 5048"/>
          <p:cNvSpPr txBox="1"/>
          <p:nvPr/>
        </p:nvSpPr>
        <p:spPr>
          <a:xfrm>
            <a:off x="9235440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9235440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14天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9235440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7款产品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全球首个自我进化做市环境</a:t>
            </a:r>
          </a:p>
        </p:txBody>
      </p:sp>
      <p:sp>
        <p:nvSpPr>
          <p:cNvPr id="5051" name="SimReal 5051"/>
          <p:cNvSpPr/>
          <p:nvPr/>
        </p:nvSpPr>
        <p:spPr>
          <a:xfrm>
            <a:off x="9235440" y="3822192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2" name="SimReal 5052"/>
          <p:cNvSpPr txBox="1"/>
          <p:nvPr/>
        </p:nvSpPr>
        <p:spPr>
          <a:xfrm>
            <a:off x="9235440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05后量化创始团队</a:t>
            </a:r>
          </a:p>
        </p:txBody>
      </p:sp>
      <p:sp>
        <p:nvSpPr>
          <p:cNvPr id="5053" name="SimReal 5053"/>
          <p:cNvSpPr/>
          <p:nvPr/>
        </p:nvSpPr>
        <p:spPr>
          <a:xfrm>
            <a:off x="9235440" y="4315968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4" name="SimReal 5054"/>
          <p:cNvSpPr txBox="1"/>
          <p:nvPr/>
        </p:nvSpPr>
        <p:spPr>
          <a:xfrm>
            <a:off x="9235440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剑桥、LSE、杜克最后一年在读</a:t>
            </a:r>
          </a:p>
        </p:txBody>
      </p:sp>
      <p:sp>
        <p:nvSpPr>
          <p:cNvPr id="5055" name="SimReal 5055"/>
          <p:cNvSpPr/>
          <p:nvPr/>
        </p:nvSpPr>
        <p:spPr>
          <a:xfrm>
            <a:off x="9235440" y="4809744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6" name="SimReal 5056"/>
          <p:cNvSpPr txBox="1"/>
          <p:nvPr/>
        </p:nvSpPr>
        <p:spPr>
          <a:xfrm>
            <a:off x="9235440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放弃顶级量化机构的转正offer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548640" y="554126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押注我们，就是押注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AI每一次范式变化中的机会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融资计划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本轮融资人民币4,000万元，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投后估值5亿元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601468" cy="10241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86384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86384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86384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人民币，等值美元投资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16452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16452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08776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投前估值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4.6亿元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46520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9038844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9276588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276588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276588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68833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本轮目标   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环境从付费试点推进到授权与复购；AI数据批量交付；迭代训练在交易与事件预测上验证增益；向个人Agent开放练习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2369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估值参照：同赛道公司已由头部机构定价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86384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国内 · UniPat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86384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86384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据报道估值（2026年9月）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86384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阿里拟领投，腾讯、红杉中国参与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78708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16452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国内 · 超衍智能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16452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近4亿元人民币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16452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自进化（RSI）天使轮（2026年9月）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616452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IDG资本等领投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208776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446520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Applied Compute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446520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1亿 → 32.5亿美元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446520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 → 15个月（融资中）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446520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种子轮2,000万美元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38844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276588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AfterQuery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276588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3亿 → 32亿美元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9276588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 → 5个月后（据报道）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9276588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A轮时年化收入1亿美元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065776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国内同赛道已获红杉中国、鼎晖、今日资本、BAI、IDG投资，阿里、腾讯正在入局：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赛道已被验证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59612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UniPat与AfterQuery 32亿为据报道估值，Applied Compute 32.5亿为融资中估值，超衍智能为融资额；其余为投后估值。来源见A2。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资金用途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两台引擎：收入引擎赚今天的钱，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研发引擎把训练增益做实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41148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收入引擎  · 投入2,000万元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环境一次搭建，授权给多家实验室；数据按交付量收费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294436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755648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环境生产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944368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按行业批量搭建训练环境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41248" y="325526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1248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755648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数据生产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944368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41248" y="356616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1248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600万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755648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944368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接入、验收与持续更新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1248" y="387705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248" y="3877056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300万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755648" y="3877056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销售与运营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944368" y="3877056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前沿实验室、企业与Agent开发者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41248" y="418795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41248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环境收入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环境数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授权次数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单价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环境单价2万–30万美元（Epoch AI）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1248" y="495604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124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124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首个付费试点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44906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44906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环境授权与复购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405688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05688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持续更新合同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31636" y="1517904"/>
            <a:ext cx="5408676" cy="41148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24244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研发引擎  · 投入2,000万元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迭代训练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6524244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先把一个领域的训练增益做实，再复制到下一个领域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6524244" y="294436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6524244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900万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7438644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算力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627364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迭代训练、消融与显著性检验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524244" y="325526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524244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438644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研究团队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627364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交易之后：事件预测、财务结账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6524244" y="356616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6524244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438644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实盘与合规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8627364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小资金检验训练效果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6524244" y="387705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6524244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交易  ·  事件预测  ·  财务结账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每个领域先证明训练增益，再规模化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6524244" y="495604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652424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652424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交易增益显著性检验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813206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813206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事件预测验证增益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973988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973988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小资金实盘验证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548640" y="576072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里程碑为本轮目标。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2" name="SimReal 506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每个行业最强的AI，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都出自我们的世界。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三个世界已上线：交易、AI研究、事件预测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衍真  ·  让AI在真实世界里自我进化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Xitadel：测试了什么，怎么测的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46304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46304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103120" y="146304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IMC Prosperity 3、4交易竞赛的订单簿数据（开源回测资源，MIT许可），7个任务；撮合与计分在SimReal引擎上运行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116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103120" y="20116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开源模型Qwen3.8-27B，比较训练前后表现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560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603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测试数据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03120" y="256032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每个任务最后一个完整交易日留出，训练时不可见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108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108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结果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103120" y="310896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最高提升12%；【待补：运行次数、均值、95%置信区间、p值】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65760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局限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103120" y="365760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竞赛市场由交易机器人构成，不等于交易所真实行情；回放不计我方订单对价格的冲击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20624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20624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公开基准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03120" y="420624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Xitadel公开预览版：最佳人类竞赛策略记80分；前沿模型最高77.28（GPT-6），尚无模型越过人类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7548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548640" y="47548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尽调材料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103120" y="47548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运行记录、指标定义与脚本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53035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个人Agent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一个Agent在替人做事之前，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需要先在足够真实的地方练过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2026年9月，个人Agent集体入场；国内千问、Manus同月跟进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256717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Muse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96896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Meta，9月8日上线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10天登顶美国App Store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883664"/>
            <a:ext cx="256717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Dots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596896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OpenAI，9月29日发布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常驻云端，替人持续做事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75564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231636" y="1883664"/>
            <a:ext cx="256717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100亿美元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96896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Instinct估值，33天涨4倍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红杉、Benchmark、Coatue投资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75564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883664"/>
            <a:ext cx="256717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596896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前沿模型实盘交易：32轮只有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6轮赚钱，资金亏掉约三分之一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所以，先在我们的世界里练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67328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进场练习</a:t>
            </a:r>
            <a:r>
              <a:rPr lang="zh-CN" sz="1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→   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真实结果结算</a:t>
            </a:r>
            <a:r>
              <a:rPr lang="zh-CN" sz="1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→   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Agent变强</a:t>
            </a:r>
            <a:r>
              <a:rPr lang="zh-CN" sz="1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→   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数据交给实验室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29768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交易环境已跑通这个循环：Qwen3.8-27B在竞赛交易日上最高提升12%。本轮向个人Agent开放交易与事件预测。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沙盒让Agent不闯祸，</a:t>
            </a: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我们让它做对</a:t>
            </a: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5980176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来源：Meta、OpenAI、千问、Manus发布（2026年9月）；TechCrunch（2026年9月25日）；Instinct（路透社，2026年9月28日）；Alpha Arena（Nof1，2026年5月）。详见A2。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数据来源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Mercor年化收入：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TechCrunch（2025年2月，7,500万美元）；Sacra（2025年12月，7.6亿美元）；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Dealroom、福布斯（2026年6月，20亿美元）。均为毛营收，专家拿走60–70%（彭博）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Mercor估值与收购：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C轮100亿美元（2025年10月）；200亿美元估值仍在洽谈（彭博，2026年7月9日；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Information，2026年8月）；2026年7月9日宣布收购RL环境公司Deeptune（福布斯）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Surge AI：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2024年收入12亿美元（TechCrunch、福布斯）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Handshake：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AI训练业务年化毛营收近10亿美元（The Information，2026年4月）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路透社、TechCrunch，2026年9月22日（以35亿美元估值融资3.5亿美元；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年化收入3.75亿美元，一年增长约18倍）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2025年2月成立；Business Wire（2026年4月，A轮估值3亿美元，年化收入1亿美元）；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福布斯、TechCrunch（2026年9月1日，据报道估值32亿美元；创始人为高中好友，现22、23岁）；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YC公司页（联合创始人曾在Citadel Securities实习）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2016年由19岁的Alexandr Wang创立（福布斯）；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Meta以143亿美元取得49%股份，估值约290亿美元（路透社，2025年6月）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Mechanize：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 Insider（2026年8月、9月）：谷歌人才与技术授权交易，据报道逾15亿美元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彭博，2026年9月10日（阿里拟领投3亿美元，据报道估值25亿美元，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腾讯、红杉中国参与，谈判仍在进行；阿里、字节、DeepSeek等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买过UniPat与Humanlaya的数据或服务）；36氪（2026年9月24日）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Humanlaya：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2025年成立；2026年9月完成数亿元人民币Pre-A，鼎晖领投，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红杉中国、今日资本、BAI参投（界面新闻、东方财富）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超衍智能：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36氪（2026年9月16日）：自进化（RSI）模型公司，天使与天使+轮合计近4亿元，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IDG资本、星连资本、晶泰科技领投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635508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市场与研究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35508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35508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训练数据供应商收入：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Menlo Ventures合伙人Deedy Das，AI训练数据全景图（2026年7月）：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50余家公司合计收入约85亿美元（部分为毛营收）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RL环境定价：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AI《An FAQ on RL environments》（2026年）：网站复刻环境约2万美元，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Slack级产品约30万美元；单个任务200–2,000美元；合同通常每季度六到七位数美元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潜在买家（约20家）：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OpenAI、Google DeepMind、Meta、xAI、微软、亚马逊、英伟达、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Thinking Machines、Reflection AI、Applied Compute；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阿里、字节、DeepSeek、月之暗面、智谱、MiniMax、阶跃星辰、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腾讯、小米、百度（我们按公开信息统计）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英伟达与Mercor：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Information（2026年8月）：英伟达上季度向Mercor支付数千万美元专家数据费用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融资与估值：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Compute：Upstarts（2025年6月，种子轮投后1亿美元）；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福布斯（2026年9月1日，以32.5亿美元估值融资3.5亿美元，融资中）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个人Agent：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 Muse（2026年9月8日上线，9月18日登顶美国App Store；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TechCrunch、Business Insider）；OpenAI Dots（DevDay，2026年9月29日）；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千问Personal Agent（云栖大会，2026年9月22日）；Manus Cue（2026年9月28日，彭博）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路透社、TechCrunch（2026年9月28日）：融资10亿美元，估值100亿美元；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红杉、Benchmark、Coatue投资；8月26日估值25亿美元；创始人23岁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Alpha Arena：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Nof1（2026年5月融资公告）：前沿模型实盘交易32轮仅6轮盈利，整体资金亏约三分之一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PolyBench（arXiv 2604.14199，2026年4月）：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7个前沿模型在38,666个Polymarket市场模拟交易，仅2个取得正收益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Xitadel数据：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IMC Prosperity 3、4竞赛回测资源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（GitHub：jmerle/imc-prosperity-3-backtester等，MIT许可）；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人类基准取自已公开的竞赛提交（6支队伍）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术语表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让AI反复做真实工作、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从结果中学习的系统，即RL环境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3390138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3390138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90138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AI完成一项任务的全过程：每一步动作、世界的反馈与最终结果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真实反馈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真实发生的结果为AI的每个动作结算：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盈亏、账目、代码能否运行、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事件是否发生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递归式自我改进：AI参与改进下一代AI；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每轮真实结果都成为下一轮的训练数据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留出集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只用于检验、从不参与训练的任务，防止模型背答案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3390138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390138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390138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专家迭代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390138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用真实结果筛出成功轨迹，再拿来训练；今天做的是这一环，RSI是长期目标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231636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231636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受控实验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231636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只改一个条件（是否在Xitadel训练），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比较前后表现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073134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073134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73134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年化毛营收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073134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按当前收入推算的全年收入，含付给专家的部分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