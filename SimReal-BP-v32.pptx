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1" r:id="rId7"/>
    <p:sldId id="263" r:id="rId9"/>
    <p:sldId id="275" r:id="rId21"/>
    <p:sldId id="264" r:id="rId10"/>
    <p:sldId id="265" r:id="rId11"/>
    <p:sldId id="279" r:id="rId46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80" r:id="rId47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46" Type="http://schemas.openxmlformats.org/officeDocument/2006/relationships/slide" Target="slides/slide24.xml"/><Relationship Id="rId47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个人Agent被托付之前，先在这里练过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从交易开始：面向AI实验室与个人Agent的训练环境与数据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把交易等专业工作做成AI的训练环境：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可计分、可复现、可训练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金融领域训练环境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把交易等专业工作做成可计分、可复现的环境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卖给实验室：环境授权、Agent轨迹、评测数据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交易、事件预测、AI研究、数学、推理、财务、软件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初步证据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Qwen3.8-27B在未见过的竞赛交易日上最高提升12%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这是最高值；均值与置信区间3个月内报告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量化背景创始团队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剑桥、LSE、杜克数学；2005年生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约20家买家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金融类环境每家每年40万–200万美元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按Epoch AI定价自下而上推算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12个月目标：2–3家付费实验室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放弃顶级量化机构的转正offer来做这件事；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14天上线7个基准与环境，零外部融资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实验室已经在为环境和专家数据付费；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Agent开始碰钱，在交易里却还会亏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实验室在买环境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2万–30万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单个RL环境价格（美元）；合同每季度六到七位数（Epoch AI）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专家数据在放量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Agent开始碰钱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10亿美元+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Instinct创始人披露的年交易额，约一半是旅行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数千万美元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英伟达一个季度付给Mercor的专家数据费用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2026年7月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Mercor收购RL环境公司Deeptune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15亿美元+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谷歌与RL环境公司Mechanize的交易（据报道）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Arena：前沿模型实盘交易，32轮只有6轮赚钱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2/7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PolyBench：7个前沿模型在Polymarket上只有2个盈利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来源：Epoch AI；Mercor（TechCrunch、Dealroom、The Information、福布斯）；Instinct（创始人播客，2026年9月）；Snorkel AI（路透社）；Mechanize（Business Insider）；Alpha Arena（Nof1）；PolyBench（arXiv）。详见A2。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6634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证据：Alpha Arena实盘赛中，前沿模型32轮只有6轮赚钱；PolyBench中，7个前沿模型只有2个在Polymarket上盈利。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一个训练回合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以交易为例：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从拿到数据到被计分，全程可复现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640080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005840" y="1554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拿到数据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423160" y="15544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历史订单簿与成交、仓位上限、产品规则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031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05840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做研究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23160" y="210312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受限的文件、Python、回测与可视化工具；6或12小时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5176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51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05840" y="26517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提交策略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423160" y="265176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写出Trader.run(state)，确认后不可撤回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20040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05840" y="3200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回放撮合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423160" y="320040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在留出交易日上逐笔撮合，成交按下单时的订单簿归因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74904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7490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0584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计分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423160" y="374904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夏普系数；人类最佳记80分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9768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976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05840" y="42976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423160" y="42976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高分回合的轨迹进入下一轮训练（专家迭代）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8463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7269480" y="1554480"/>
            <a:ext cx="4370832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543800" y="1755648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一个真实任务 · 公开预览版task_04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543800" y="1993392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篮子与成分股：96分对0分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543800" y="248716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543800" y="24871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02952" y="248716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96.03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7543800" y="285292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7543800" y="28529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02952" y="28529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89.53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543800" y="321868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543800" y="3218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人类最佳竞赛策略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902952" y="32186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80.00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7543800" y="358444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7543800" y="35844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902952" y="358444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0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543800" y="395020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43800" y="395020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9902952" y="39502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0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7543800" y="431596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7543800" y="4370832"/>
            <a:ext cx="3822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2个篮子＋3个成分，留出1个交易日，试点时长2小时。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原始盈亏、回撤、夏普按哈希承诺保密，尽调时可复算。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评分来自模拟器，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不来自另一个AI的意见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来源：Xitadel-QuantBench公开仓库（README、REPORT、SCORING）。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按真实规则重建专业场景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环境按规则作出反应，结果可复现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下一轮训练：用成功轨迹迭代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每一轮用真实结果筛出成功轨迹再训练：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今天是专家迭代，长期目标是RSI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做市交易的迭代训练闭环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竞赛级市场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回放IMC Prosperity交易竞赛订单簿，按规则撮合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按盈亏、回撤与夏普计分，不用AI打分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同一留出交易日上的最佳人类竞赛策略记80分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98094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初步结果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在未见过的竞赛交易日上表现最高提升12%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这是最高值，不是均值；显著性检验方案见下页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交易是第一个跑通迭代训练的领域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下一步：更多留出日与随机种子，再接真实行情数据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Xitadel公开预览版：7个任务，人类最佳=80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GPT-6在5/7个任务追平人类；多资产仅51分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086600" y="4608576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总分为7个任务均分；公开结果用2/4小时试点时长（标准6/12小时）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14天上线7个基准与环境，已有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回放竞赛订单簿，按盈亏、回撤与夏普计分；已跑通迭代训练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0" y="5394960"/>
            <a:ext cx="61539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星标数截至2026年9月29日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训练数据与RL环境，今天已是年收入约85亿美元的生意：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迭代训练服务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公开预览（免费）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7个任务、训练数据、SDK、计分规则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用来建立信任：跑分即获客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付费授权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撮合引擎、对手方模型、留出交易日、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储备任务、奖励接口、定制任务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单位经济（估算）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公开版环境平均约6人·天（3人14天做7个）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试点5万–15万美元；第2家复用同一环境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50094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607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904791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50498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商业化从付费试点开始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目标：12个月内2–3家付费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14天上线，零外部融资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来自21所顶尖大学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5个公开仓库（截至9月29日）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004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转化路径与报价（适用于在谈实验室）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3814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45643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阶段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4564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内容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852160" y="345643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周期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132320" y="34564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价格（美元）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9052560" y="3456432"/>
            <a:ext cx="25877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交付与验收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3712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37124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免费评测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3712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公开预览版7个任务跑分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852160" y="37124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1–2周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132320" y="37124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免费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52560" y="371246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跑分报告，对标人类最佳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4864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103120" y="39867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定制任务、留出交易日、奖励接口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852160" y="3986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8–12周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132320" y="39867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5万–15万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52560" y="398678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训练前后对比，按约定指标验收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2611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2611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年度授权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103120" y="42611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全套环境、储备任务、Agent轨迹与专家数据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852160" y="42611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132320" y="42611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40万–200万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9052560" y="426110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每季度更新任务与留出集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548640" y="45354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548640" y="46451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9616745" y="499262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632704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7,000+专家已报名候补，来自21所顶尖大学的学生和校友：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已报名候补（可触达20万+）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按实验室采购价自下而上：金融一个领域，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每年约800万–4,000万美元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单价（Epoch AI）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2万–30万美元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每个RL环境：网站复刻约2万，Slack级产品约30万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单个任务（美元）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78024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实验室合同（每季度，美元）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478024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六到七位数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金融环境：撮合、仓位、风险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478024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偏复杂一端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买家 × 年采购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约20家实验室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中美做Agent强化学习后训练的实验室（名单见A2）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每家每年 · 金融类（美元）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327648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40万–200万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金融一个领域（美元）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327648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800万–4,000万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3个已上线领域（美元）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327648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0.24亿–1.2亿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我们的12个月目标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2–3家付费实验室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85632" y="2542032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每家年合同（美元）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39528" y="25420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40万–100万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92608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年化收入（美元）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39528" y="29260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100万–300万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485632" y="345643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路径：付费试点5万–15万美元，验收后转为年度授权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485632" y="4032504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今天训练数据与RL环境供应商年收入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合计约85亿美元：这个目标不到其0.05%。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先在金融拿下20家买家中的2–3家，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来源：单价与合同规模见Epoch AI《An FAQ on RL environments》（2026）；行业收入见Menlo Ventures合伙人Deedy Das（2026.7）。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买家约20家为我们按公开信息统计；每家年采购与12个月目标为假设，待首批付费试点校准。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正进入RL环境：Mercor收购Deeptune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专家数据、评测环境与基准；主要服务国内实验室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1272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AI交易评测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47472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Nof1（Alpha Arena）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实盘对战榜单：只评测，不训练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2026年5月融资1,500万美元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环境、数据、评分、迭代训练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金融know-how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把回撤和夏普写进评分：修好一个人类策略后盈亏+63%，夏普却从7.27跌到3.03，只看盈亏会选错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评分可验证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模拟器计分、留出交易日、结果哈希公开：同一策略永远得同一分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3亿美元（估值25亿美元）；Humanlaya完成鼎晖领投的数亿元Pre-A；阿里、字节、DeepSeek等都买过两家的数据或服务。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做过交易台的人，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知道回测和实盘差在哪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金融know-how，直接写进了环境的设计（见Xitadel计分规范）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撮合真实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订单排队、穿价或挂在后面；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每笔成交按下单时的订单簿归因，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主动、被动成交分开算，过期订单计入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风险进奖励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修好一个人类策略后，盈亏+63%，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夏普却从7.27跌到3.03：只看盈亏会选错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25968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00288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防钻空子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00288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最后一个交易日留出，训练时不可见；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结果哈希预先公开，事后不能挑；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同一策略永远得同一分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交易台经验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337304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37304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14天上线7个基准与环境，零外部融资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25968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专家来源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25968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7,000+候补专家，来自21所顶尖大学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交易里学到的纪律，正是RL环境最缺的：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不让模型钻评分的空子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12个月：2–3家付费实验室，年化收入100万–300万美元；交易与事件预测上的训练增益通过显著性检验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估值参照：同类公司的早期轮次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种子轮投后（2025年6月）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RL后训练；种子轮2,000万美元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Mirendil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种子轮投后（2026年6月）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自我改进AI；a16z、Kleiner领投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Nof1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1,500万美元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AI交易评测融资额（2026年5月）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Arena；SUI Group等领投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超衍智能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近4亿元人民币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自进化（RSI）天使轮（2026年9月）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IDG资本等领投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同类公司种子轮投后1亿–10亿美元；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本轮投后5亿元人民币（约7,400万美元）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Compute、Mirendil为投后估值；Nof1、超衍智能为融资额；美元按2026年9月30日中间价6.7351折算。来源见A2。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研发引擎把训练增益做实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5名环境工程师 · 3名交付 · 2名商务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跑道24个月；行业环境单价2万–30万美元（Epoch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第2家授权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年化100–300万美元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研发引擎  ·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先把一个领域的训练增益做实，再复制到下一个领域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迭代训练、消融与显著性检验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交易之后：事件预测、财务结账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小资金检验训练效果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3名研究员 · 约60万GPU小时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 → 事件预测 → 财务结账：每个领域先证明增益，再规模化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4630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3、4交易竞赛的订单簿数据（开源回测资源，MIT许可），7个任务；撮合与计分在SimReal引擎上运行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116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0116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603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5603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每个任务最后一个完整交易日留出，训练时不可见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108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108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10896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最高提升12%（最佳一次，非均值）；均值、95%置信区间与p值3个月内报告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657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局限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65760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竞赛市场由交易机器人构成，不等于交易所真实行情；回放不计我方订单对价格的冲击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2062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062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2062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Xitadel公开预览版：最佳人类竞赛策略记80分；前沿模型最高77.28（GPT-6），尚无模型越过人类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7548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103120" y="47548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53035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证据：实验设计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12%是初步结果；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我们按这套方法报告显著性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现在有什么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822960" y="2249424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22960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任务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645920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7个：做市、篮子、期权、转换、多资产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2779776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留出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1645920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每个任务1个交易日，共7个测试点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310128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对比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45920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Qwen3.8-27B，训练前后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22960" y="3840480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22960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45920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最高+12%；均值与置信区间尚未报告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31636" y="1517904"/>
            <a:ext cx="5408676" cy="2926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505956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下一步要报告的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505956" y="2249424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505956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种子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28916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 × 10个随机种子，训练前后配对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505956" y="2779776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05956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统计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28916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均值、95%置信区间、配对检验p值、逐任务增减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505956" y="3310128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复验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28916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储备任务做第二组留出；事件预测跨领域复验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505956" y="3840480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505956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时间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28916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3个月内完成，原始记录可审计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46085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第二份证据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FuturePredict用真实事件结算：同一方法、同一统计标准，报告训练前后的Brier分数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只报能复现的数字：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原始记录与结果哈希在尽调时提供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TechCrunch（2025年2月，7,500万美元）；Sacra（2025年12月，7.6亿美元）；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Dealroom、福布斯（2026年6月，20亿美元）。均为毛营收，专家拿走60–70%（彭博）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Mercor估值与收购：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C轮100亿美元（2025年10月）；200亿美元估值仍在洽谈（彭博、The Information）；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2026年7月9日宣布收购RL环境公司Deeptune（福布斯）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Handshake：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AI训练业务年化毛营收近10亿美元（The Information，2026年4月）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路透社、TechCrunch，2026年9月22日（以35亿美元估值融资3.5亿美元；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年化收入3.75亿美元，一年增长约18倍）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Wire（2026年4月，A轮估值3亿美元，年化收入1亿美元）；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Insider（2026年8月、9月）：谷歌人才与技术授权交易，据报道逾15亿美元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彭博，2026年9月10日（阿里拟领投3亿美元，据报道估值25亿美元，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腾讯、红杉中国参与，谈判仍在进行；阿里、字节、DeepSeek等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买过UniPat与Humanlaya的数据或服务）；36氪（2026年9月24日）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2025年成立；2026年9月完成数亿元人民币Pre-A，鼎晖领投，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红杉中国、今日资本、BAI参投（界面新闻、东方财富）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Upstarts（2025年6月）：种子轮2,000万美元，投后1亿美元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Mirendil：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彭博（2026年6月、9月）：自我改进AI实验室，种子轮2亿美元，估值约10亿美元，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a16z与Kleiner Perkins联合领投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Wire（2026年5月）：融资1,500万美元，SUI Group联合领投；Alpha Arena实盘赛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超衍智能：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36氪（2026年9月16日）：自进化（RSI）模型公司，天使与天使+轮合计近4亿元，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IDG资本、星连资本、晶泰科技领投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训练数据供应商收入：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Ventures合伙人Deedy Das，AI训练数据全景图（2026年7月）：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50余家公司合计收入约85亿美元（部分为毛营收）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environments》（2026年）：网站复刻环境约2万美元，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Slack级产品约30万美元；单个任务200–2,000美元；合同通常每季度六到七位数美元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潜在买家（约20家）：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OpenAI、Google DeepMind、Meta、xAI、微软、亚马逊、英伟达、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Thinking Machines、Reflection AI、Applied Compute；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阿里、字节、DeepSeek、月之暗面、智谱、MiniMax、阶跃星辰、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腾讯、小米、百度（我们按公开信息统计）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英伟达与Mercor：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Information（2026年8月）：英伟达上季度向Mercor支付数千万美元专家数据费用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个人Agent：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Muse（2026年9月8日上线，9月18日登顶美国App Store；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TechCrunch、Business Insider）；OpenAI Dots（DevDay，2026年9月29日；The Verge、CNBC）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创始人Noah Shinn（Invest Like the Best播客，2026年9月）：年交易额10亿美元以上；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路透社（2026年9月28日）：估值100亿美元，8月26日为25亿美元；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《大西洋月刊》、CNN（2026年9月）：擅自订位致用户被收200美元取消费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Nof1（2026年5月融资公告）：前沿模型实盘交易32轮仅6轮盈利，整体资金亏约三分之一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PolyBench（arXiv 2604.14199，2026年4月）：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7个前沿模型在38,666个Polymarket市场模拟交易，仅2个取得正收益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Xitadel数据与结果：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3、4竞赛回测资源，MIT许可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（GitHub：jmerle/imc-prosperity-3-backtester等）；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人类基准取自已公开的竞赛提交（6支队伍）；逐任务得分见公开报告REPORT.md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汇率：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2026年9月30日人民币对美元中间价6.7351（中国外汇交易中心）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递归式自我改进：AI参与改进下一代AI；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每轮真实结果都成为下一轮的训练数据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专家迭代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用真实结果筛出成功轨迹，再拿来训练；今天做的是这一环，RSI是长期目标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2026年9月：个人Agent开始替人花钱，也开始替人出错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Meta，9月8日上线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10天登顶美国App Store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OpenAI，9月29日发布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常驻云端，替人持续做事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Instinct估值，33天涨4倍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Instinct擅自替用户订位，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用户被收的取消费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我们怎么接：同一批环境，第二类客户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5643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564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开放什么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56432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交易与事件预测两个环境；留出集不开放练习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840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8404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840480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按练习回合计费，每回合2–10美元（按任务难度与时长）；默认保密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24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数据规则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103120" y="4224528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脱敏共享轨迹，可换练习额度与收益分成；交给实验室的数据附授权记录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60857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验证节点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4608576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6个月内首批10个Agent团队接入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9926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来源：Meta与OpenAI发布（2026年9月）；TechCrunch（2026年9月25日）；Instinct（路透社，2026年9月28日；《大西洋月刊》、CNN，2026年9月）。详见A2。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风险与对策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把风险写在前面：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每一条都有对应的验证节点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风险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74320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现状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8076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对策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418320" y="1554480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验证节点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470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4708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仿真与真实市场的差距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74320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公开版用竞赛订单簿，回放不计我方订单的冲击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08076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接入真实行情数据；小资金实盘检验训练效果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418320" y="184708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12个月：小资金实盘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4871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48716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数据权属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公开版用Prosperity开源回测资源，不主张第三方数据权利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08076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付费版改用自有或授权数据，交付附授权链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418320" y="248716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首个付费试点前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127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312724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统计显著性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74320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每个任务只有1个留出交易日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08076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多种子、储备任务、跨领域复验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418320" y="312724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3个月：报告置信区间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76732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买家集中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约20家实验室占大部分需求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同一环境授权多家；延伸到交易机构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418320" y="376732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6个月：第2家授权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407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440740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跨境合规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74320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中国团队，服务中美实验室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08076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数据按客户所在地区分开存储与交付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418320" y="440740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本轮交割前</a:t>
            </a:r>
          </a:p>
          <a:p>
            <a:pPr marL="0" marR="0" lvl="0" indent="0" algn="l" rtl="0">
              <a:lnSpc>
                <a:spcPct val="105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开曼—香港—境内架构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5047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不过度美化：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每个数字都能在尽调里复现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