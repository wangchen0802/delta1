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75" r:id="rId2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让AI在真实世界里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5204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用真实数据重建真实世界：AI实验室、企业与个人agent的训练场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给AI和个人agent一个真实的世界，让它们反复犯错、学习、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训练环境与AI数据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面向AI实验室与企业：Agent轨迹、专家与评测数据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下一步：向个人agent开放练习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3个世界已上线：交易、AI研究、事件预测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核心成果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Qwen3.8-27B经Xitadel训练，在未见过的真实行情上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交易表现最高提升12%，多次独立复现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05后量化创始团队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剑桥、LSE、杜克数学本科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 </a:t>
            </a:r>
            <a:r>
              <a:rPr lang="zh-CN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7,000亿美元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今天实验室每年采购85亿美元训练数据与RL环境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2030年训练市场约7,000亿美元，是今天的82倍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收入引擎与RSI引擎各2,000万元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谁有一个行业最好的训练世界，谁就有这个行业最好的AI；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AI、Mercor、AfterQuery创始人都在20岁左右起步；早期投资人回报：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17,000倍、40倍、1,800倍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18个月内收入涨27倍、估值涨10倍：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收入增长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估值增长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Mercor估值：17个月，20亿→200亿美元（洽谈中）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需求增长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AI智能体市场预测：7年，79亿→约1,110亿美元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11680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86116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11680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AfterQuery从成立到年化收入1亿美元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786116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11680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786116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来源：Mercor（TechCrunch、Sacra、Dealroom、彭博）；AfterQuery（Business Wire、福布斯）；Snorkel AI（公司公告）；Scale AI（路透社、公司博客）；AI智能体（Precedence Research）；文本存量（Epoch AI）。详见A2。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却还做不好真实世界里的事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结果一出就落空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用真实结果结算每个动作的世界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核心洞察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反馈信号的升级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第一代 · 互联网数据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模型学会抄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第二代 · 人类偏好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人来打分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第三代 · 标准答案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按答案判对错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第四代 · 真实世界的反馈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AI在真实场景中行动，真实结果为每个动作结算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886200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刚刚起步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考满分的AI，未必能放心交付。下一代AI的进步，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要靠真实世界的反应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用真实数据重建真实场景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世界按真实发生的情况作出反应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按真实结果结算，留下Agent轨迹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下一轮训练：自我进化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每一轮都从上一轮出发：这就是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全球首个做市交易的自我进化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上真实战场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从结果中进化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在未见过的真实行情上交易表现最高提升12%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受控实验，多次独立复现；运行记录尽调时提供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交易是第一个跑通的世界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人类基准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14天上线7款产品，已有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回放真实交易日与订单簿，按盈亏结算；已跑通自我进化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合计400星标  ·  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每一步动作、世界的反馈、最终结果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背靠21所顶尖大学的学生和校友网络：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模型错在哪，下一批数据就补到哪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今天实验室每年花85亿美元买训练数据与RL环境：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这两样，我们都做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·  RSI自我进化服务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付费产品：私有任务、数据、留出集与验证器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同一个世界，两类客户：实验室与agent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agent付费练习，默认保密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或脱敏共享轨迹，换练习额度与收益分成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商业采购正在推进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GitHub星标合计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2026年9月29日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5位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天使投资人主动联系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前沿实验室采购进度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22960" y="3835908"/>
            <a:ext cx="1054303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22960" y="3826764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40664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91440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接触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5008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5784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洽谈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5784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当前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69352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120128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83696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634472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采购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16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可触达、可验证的专家：21所顶尖大学的学生和校友，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3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头部三家收入（Surge为2024年，其余为年化）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20亿美元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12亿美元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257175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1930527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3.75亿美元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60196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60196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60196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美国以外渗透减半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601968" y="36393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21384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21384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21384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大型科技公司研发约占收入10–15%，取下限。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Ventures（2026.7）；Mercor年化毛营收（2026.6）、Surge收入（2024）、Snorkel年化收入（2026.9）；麦肯锡（2025.11）；IMF（2026.4）；科技公司年报。训练占比、美国以外渗透率为假设，详见A2。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735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环境、数据、评分、自我进化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同一套环境打通数据、评分与训练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每次结果都进入下一轮，AI越练越强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每轮模型升级，都需要新任务、新数据、新留出集和验证器维护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14天7款产品，两周跑通做市交易的自我进化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据彭博报道，UniPat获阿里领投3亿美元（估值25亿美元）；Humanlaya完成鼎晖领投的数亿元Pre-A；阿里、字节、DeepSeek都已向两家采购。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我们越有利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每一波热点，都由跑得最快的年轻团队拿下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32亿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美元估值，加入YC 18个月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05后量化创始团队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剑桥、LSE、杜克最后一年在读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放弃顶级量化机构的转正offer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AI每一次范式变化中的机会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环境从付费试点推进到授权与复购；AI数据批量交付；RSI在实盘交易与事件预测上线；向个人agent开放练习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估值参照：同赛道公司已由头部机构定价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阿里领投，腾讯、红杉中国跟投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Humanlaya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数亿元人民币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Pre-A融资额（2026年9月）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鼎晖领投，红杉中国等参投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→ 14个月后（洽谈中）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 → 5个月后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A轮时年化收入1亿美元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国内同赛道已获红杉中国、鼎晖、今日资本、BAI投资，阿里、腾讯也已入局：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赛道已被验证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UniPat为据报道估值，Applied Compute约30亿美元为洽谈中估值，Humanlaya为融资额；其余为投后估值。来源见A2。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前沿实验室、企业与agent开发者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环境收入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环境数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授权次数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环境授权与复购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持续更新合同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瞄准整个AI经济：每个行业，一个自己变强的AI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  ·  事件预测RSI  ·  10个行业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每个行业，同步开发自我进化环境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事件预测RSI上线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拓展至10个行业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让AI在真实世界里自我进化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Trading合作授权数据，每笔交易由市场结算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交易表现较基础模型最高提升12%，多次独立复现（受控实验）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6），尚无模型越过人类水平线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个人agent已经来了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Instinct估值，33天涨4倍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16.1%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但最强模型只做好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16.1%的真实外包项目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5295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所以，先在我们的世界里练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67328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进场练习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真实结果结算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agent变强</a:t>
            </a:r>
            <a:r>
              <a:rPr lang="zh-CN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数据交给实验室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29768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交易世界已跑通这个循环：Qwen3.8-27B最高提升12%。本轮向个人agent开放交易与事件预测。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沙盒让agent不闯祸，</a:t>
            </a:r>
            <a:r>
              <a:rPr lang="zh-CN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我们让它做对</a:t>
            </a: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5980176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来源：Meta与OpenAI发布（2026年9月8日、29日）；Instinct公告（2026年9月28日）；Remote Labor Index（Scale AI与CAIS，2026年7月）。详见A2。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TechCrunch（2025年2月，7,500万美元）；CEO（2025年9月，5亿美元）；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Sacra（2025年12月，7.6亿美元）；Mercor（2026年初，10亿美元）；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Dealroom（2026年6月，20亿美元）。均为毛营收，专家拿走60–70%（彭博）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A轮2.5亿（2024年9月）、B轮20亿（2025年2月）、C轮100亿美元（2025年10月）；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200亿美元估值轮次处于早期洽谈（彭博，2026年7月9日）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年化收入3.75亿美元，一年增长18倍）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2025年2月成立；福布斯，2026年9月1日（加入YC 18个月，估值32亿美元）；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Wire（2026年4月，A轮估值3亿美元，年化收入1亿美元）；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YC公司页（联合创始人曾在Citadel Securities实习）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Meta以143亿美元取得49%股份，估值约290亿美元（路透社，2025年6月）；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近一半新训练项目涉及RL环境（Scale AI博客，2026年2月）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彭博，2026年9月10日（阿里领投3亿美元，据报道估值25亿美元，腾讯、红杉中国跟投；条款可能变化；阿里、字节、DeepSeek等向UniPat与Humanlaya采购）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2025年10月成立；2026年9月9日完成数亿元人民币Pre-A，鼎晖领投，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红杉中国、今日资本、BAI参投（界面新闻、东方财富）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今天的训练数据采购：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Ventures（2026年7月）：50余家供应商合计约85亿美元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us》（2025年11月）：美国约2.9万亿美元；IMF（2026年4月）：美国GDP 32.4万亿、全球126.3万亿美元；美国以外按一半渗透率推算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训练市场推算：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10%参照大型科技公司研发占收入约10–15%，取下限，为推算假设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Research（2025年79.2亿美元；年复合增长45.82%），2028、2032年按此路径推算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公开文本存量：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预计2026–2032年间用尽（80%置信区间）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融资与估值：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Information（2026年8月，约30亿美元洽谈）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个人agent：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Muse上线（2026年9月8日，Axios、CNBC）；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彭博（2026年9月21日）：亚马逊屏蔽Muse；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 DevDay发布常驻agent Dots（2026年9月29日，TechCrunch、CNBC）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Wire（2026年9月28日）：10亿美元C轮，估值100亿美元；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红杉、Benchmark、Coatue投资；33天前估值25亿美元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Remote Labor Index：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AI与CAIS（2026年7月）：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最强模型按付费客户标准完成16.1%的真实外包项目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AI完成一项任务的全过程：每一步动作、世界的反馈与最终结果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真实发生的结果为AI的每个动作结算：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盈亏、账目、代码能否运行、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上线前模拟作弊与攻击，修补评分漏洞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