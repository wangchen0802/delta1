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72" r:id="rId18"/>
    <p:sldId id="267" r:id="rId13"/>
    <p:sldId id="260" r:id="rId6"/>
    <p:sldId id="259" r:id="rId5"/>
    <p:sldId id="269" r:id="rId15"/>
    <p:sldId id="275" r:id="rId21"/>
    <p:sldId id="262" r:id="rId8"/>
    <p:sldId id="264" r:id="rId10"/>
    <p:sldId id="271" r:id="rId17"/>
    <p:sldId id="270" r:id="rId16"/>
    <p:sldId id="266" r:id="rId12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年化收入（ARR）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700万美元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6692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66928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给AI和个人Agent一个真实的世界，让它们反复犯错、学习、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Qwen3.8-27B经Xitadel训练，在未见过的交易日上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2030年情景约7,000亿美元，为今天的82倍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创立三周交付数百万需求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数学、机器学习、量化交易与数据科学背景；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放弃顶级量化机构的转正offer来做这件事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交易台的纪律、机器学习研究、机构关系：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训练的瓶颈正从数据转向环境：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预算已经到位，专业领域的环境还没人做好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先在专业领域做出可验证的增益，先拿到实验室的长期合同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用独立评测检验改进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五款评测产品已公开；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训练基础设施把每轮训练的成本压下来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回放订单簿，对标同资产上的专业交易员；保留轨迹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截止前锁定概率与证据，按真实结局评分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训练基础设施：同样的算力，跑更多训练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任务资源分配（Rollout allocation）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智能存档：自动判断何时保存检查点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公开仓库截至2026年10月2日。三项基础设施指标各有比较口径，不能相乘或相加。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03580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02736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858768" y="1572768"/>
            <a:ext cx="4197096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1330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133088" y="2011680"/>
            <a:ext cx="364845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133088" y="2542032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133088" y="2761488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用于监督微调与强化学习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用于对齐、奖励建模与任务设计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评测数据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用于能力验收与持续评测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133088" y="3602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133088" y="3803904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330184" y="1572768"/>
            <a:ext cx="331012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60450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604504" y="2011680"/>
            <a:ext cx="276148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604504" y="2542032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604504" y="2761488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604504" y="3602736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04504" y="3803904"/>
            <a:ext cx="2761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42816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以交易为例：</a:t>
            </a: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一次回合留下订单、成交与计分记录，同一份记录既能训练，也能复测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5537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047238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12998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41598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77356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05956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775954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141714" y="4773168"/>
            <a:ext cx="2498598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370314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每轮模型升级都需要新任务、新轨迹与新的测试样本：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授权之后的持续更新，带来复购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收费方式以实际合同为准。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90390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6545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183240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5236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1938528"/>
            <a:ext cx="1785039" cy="32918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4631" y="4187952"/>
            <a:ext cx="776629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65526" y="4187952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4827" y="4191309"/>
            <a:ext cx="930685" cy="5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281578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79358" y="4187952"/>
            <a:ext cx="576072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294355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37970" y="4901184"/>
            <a:ext cx="669951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4987533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4978796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45402" y="4901184"/>
            <a:ext cx="746760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022580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95031" y="4931523"/>
            <a:ext cx="1041950" cy="451386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支持者与专家网络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交易机构的从业者支持研发；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20万+专家可触达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743200"/>
            <a:ext cx="34838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343814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2743200"/>
            <a:ext cx="34838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343814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2743200"/>
            <a:ext cx="348386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156448" y="3438144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48640" y="389534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训练数据与环境的支出正在加速：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2030年情景约为今天的82倍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数据服务正转向专家与环境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别人强在规模，我们强在专业领域的计分与速度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盈亏扣除回撤再乘夏普；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5个公开仓库共512星，零外部融资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来源：Xitadel-QuantBench公开报告与计分规范；训练基础设施指标为公司内部测试；GitHub星标截至2026年10月2日。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零外部融资，创立三周交付数百万需求；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700万美元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31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7739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2048256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700万美元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926080"/>
            <a:ext cx="21442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32735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78708" y="1572768"/>
            <a:ext cx="2601468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34740" y="17739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34740" y="2048256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34740" y="2926080"/>
            <a:ext cx="21442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34740" y="32735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交付数百万需求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08776" y="1572768"/>
            <a:ext cx="2601468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64808" y="17739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64808" y="2048256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64808" y="2926080"/>
            <a:ext cx="21442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64808" y="32735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38844" y="1572768"/>
            <a:ext cx="2601468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4876" y="1773936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294876" y="2048256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294876" y="2926080"/>
            <a:ext cx="21442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294876" y="32735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下一批大客户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1605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3个世界已上线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425696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517136"/>
            <a:ext cx="3514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Xitadel-QuantBench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95604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回放订单簿，对标专业交易员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37304" y="4425696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37304" y="4517136"/>
            <a:ext cx="3514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AI研究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SimReal-MLBench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95604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125968" y="4425696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125968" y="4517136"/>
            <a:ext cx="351434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事件预测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FuturePredict Bench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95604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按真实结局评分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截至2026年10月；ARR为年化经常性收入；星标截至2026年10月2日。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当前进展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商业模式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先卖给实验室，再向企业与个人Agent扩展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