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61" r:id="rId7"/>
    <p:sldId id="271" r:id="rId17"/>
    <p:sldId id="267" r:id="rId13"/>
    <p:sldId id="268" r:id="rId14"/>
    <p:sldId id="270" r:id="rId16"/>
    <p:sldId id="266" r:id="rId12"/>
    <p:sldId id="272" r:id="rId18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训练的瓶颈从数据转到环境，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钱已经在花，专业领域的好环境还很少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瓶颈转到环境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推理模型改靠强化学习提升：在环境里做题，自动判对错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实验室和资本都在为环境与RSI买单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RSI方法论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591056"/>
            <a:ext cx="8732520" cy="1280160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980944"/>
            <a:ext cx="8732520" cy="1280160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70831"/>
            <a:ext cx="8732520" cy="128016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每个动作都按真实结果打分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72768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72768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7739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97510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2257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5420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AI写交易策略，和人类比盈亏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962656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11576304" y="2962656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/>
          <p:nvPr/>
        </p:nvSpPr>
        <p:spPr>
          <a:xfrm>
            <a:off x="548640" y="2962656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777240" y="31638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36499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77240" y="371246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93192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AI做研究，和人类队伍比名次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352544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11576304" y="4352544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548640" y="4352544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45537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77240" y="47548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10235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321808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AI预测真实事件，揭晓后打分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5742432"/>
            <a:ext cx="11091672" cy="34747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5742432"/>
            <a:ext cx="10725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61447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数据来自各仓库公开文档：Xitadel为正式排行榜（人类最佳=IMC Prosperity真实参赛策略，记80分）；MLBench为基线提交的官方计分；事件预测的概率与分数为示例。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先服务AI实验室，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再到企业和个人用户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买环境和数据，训练更强的模型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环境授权、训练数据、评测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把业务流程做成练习题，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上线前先练、先验收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定制环境与验收评测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想要懂自己的AI，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快速让AI贴合个人习惯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服务三类客户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