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for recursive self-improvement (RSI):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agents learn from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51790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92608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33425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 up close.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real: a human, a leaderboard, an outcome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1790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66420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86537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194560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writes a trading strategy.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risk-adjusted profit vs. the best human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92608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11576304" y="292608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548640" y="292608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0723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27355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602736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runs an ML project.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rank on the real Kaggle leaderboard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33425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11576304" y="433425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/>
          <p:nvPr/>
        </p:nvSpPr>
        <p:spPr>
          <a:xfrm>
            <a:off x="548640" y="433425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48056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817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forecasts real events.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error once the outcome is known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published results; the human benchmark is the best real strategy from IMC Prosperity, a global trading competition. MLBench: a baseline run, scored on the official leaderboard. FuturePredict: the numbers are illustrative.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Converted from RMB at 6.67 per US dollar.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