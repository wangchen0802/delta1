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5" r:id="rId11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2,000万元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从读书到做题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Prosperity（全球交易竞赛）中每项任务的最佳真实策略。事件预测的基线：同样提前锁定的参考预测。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order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3664"/>
            <a:ext cx="5394960" cy="1542778"/>
          </a:xfrm>
          <a:prstGeom prst="rect">
            <a:avLst/>
          </a:prstGeom>
        </p:spPr>
      </p:pic>
      <p:pic>
        <p:nvPicPr>
          <p:cNvPr id="338" name="Picture 337" descr="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68496"/>
            <a:ext cx="5212080" cy="2302155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模拟专业量化研究员的工作，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让AI反复实践、按结果学习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历史订单簿：多档报价与逐时点数据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5643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最多三档买卖报价与数量，空白表示该档无报价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独立测试回放：收益与风险反馈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03720" y="155448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专业量化研究的训练闭环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903720" y="20116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406640" y="199339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读市场与规则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406640" y="235915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分析订单簿、成交记录，理解仓位限制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406640" y="265176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903720" y="27432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406640" y="27249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像量化研究员一样做实验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406640" y="309067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编写Python策略，反复回测、调整参数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7406640" y="338328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903720" y="347472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406640" y="345643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按交易规则模拟执行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406640" y="382219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撮合买卖，更新持仓与现金，记录结果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406640" y="411480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903720" y="42062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406640" y="41879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按专业标准验证，返回奖励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406640" y="455371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在训练验证日按收益、回撤与Sharpe打分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406640" y="484632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6647688" y="2907792"/>
            <a:ext cx="13716" cy="1463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/>
          <p:nvPr/>
        </p:nvSpPr>
        <p:spPr>
          <a:xfrm>
            <a:off x="6647688" y="437083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6647688" y="290779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757416" y="28072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▸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03720" y="4974336"/>
            <a:ext cx="4736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根据反馈改进，再练一轮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903720" y="5340096"/>
            <a:ext cx="4736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奖励与轨迹可接入客户训练器，更新模型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903720" y="5687568"/>
            <a:ext cx="47365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903720" y="57607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冻结策略后，用未见交易日独立检验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2,000万元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2,000万元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2,000万元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2,000万元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76272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投向三个方向，各有本轮目标  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85032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3685032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685032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98336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498336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498336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311640" y="2011680"/>
            <a:ext cx="2127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2596896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311640" y="3364992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311640" y="3474720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投入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675888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4169664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本轮目标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370832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