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9" r:id="rId6"/>
    <p:sldId id="275" r:id="rId7"/>
    <p:sldId id="262" r:id="rId8"/>
    <p:sldId id="264" r:id="rId9"/>
    <p:sldId id="271" r:id="rId10"/>
    <p:sldId id="267" r:id="rId11"/>
    <p:sldId id="268" r:id="rId12"/>
    <p:sldId id="272" r:id="rId13"/>
  </p:sldIdLst>
  <p:sldSz cx="12192000" cy="6858000"/>
  <p:notesSz cx="6858000" cy="12192000"/>
  <p:embeddedFontLst>
    <p:embeddedFont>
      <p:font typeface="IBM Plex Mono" panose="020B0509050203000203" pitchFamily="49" charset="77"/>
      <p:regular r:id="rId15"/>
      <p:bold r:id="rId16"/>
      <p:italic r:id="rId17"/>
      <p:boldItalic r:id="rId18"/>
    </p:embeddedFont>
    <p:embeddedFont>
      <p:font typeface="Instrument Sans" pitchFamily="2" charset="0"/>
      <p:regular r:id="rId19"/>
      <p:bold r:id="rId20"/>
      <p:italic r:id="rId21"/>
      <p:boldItalic r:id="rId22"/>
    </p:embeddedFont>
    <p:embeddedFont>
      <p:font typeface="Newsreader" panose="02000000000000000000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7.png"/><Relationship Id="rId15" Type="http://schemas.openxmlformats.org/officeDocument/2006/relationships/image" Target="../media/image1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536192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05000"/>
              </a:lnSpc>
            </a:pPr>
            <a:r>
              <a:rPr lang="en-US" altLang="zh-CN" sz="44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lvl="0">
              <a:lnSpc>
                <a:spcPct val="105000"/>
              </a:lnSpc>
              <a:spcBef>
                <a:spcPts val="1539"/>
              </a:spcBef>
            </a:pPr>
            <a:r>
              <a:rPr lang="en-US" altLang="zh-CN" sz="44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  <a:endParaRPr lang="zh-CN" altLang="en-US" sz="4400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Opportunity   Product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is a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data, RL environments and recursive self-improvement (RSI)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for next-generation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 in 14 days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of them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working in trading by week 2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21yo</a:t>
            </a:r>
            <a:r>
              <a:rPr lang="zh-CN" altLang="en-US" sz="2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zh-CN" sz="2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team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LSE,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spend on training data and RL envs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 experts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more on the waitlist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universities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Opportunity   Product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turned down $0.9M+ in first-year pay to build the next training engine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took USDU</a:t>
            </a:r>
            <a:br>
              <a:rPr lang="zh-CN" sz="1100" dirty="0"/>
            </a:b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0 to $1.4B in a year; Binance listing 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(</a:t>
            </a:r>
            <a:r>
              <a:rPr lang="en-US" altLang="zh-CN" sz="1100" b="0" i="0" u="none" strike="noStrike" cap="none" dirty="0" err="1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YZi</a:t>
            </a: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Labs, 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SIG, DRW</a:t>
            </a: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, Wintermute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intern on HSBC HKD stablecoin project;</a:t>
            </a:r>
            <a:br>
              <a:rPr lang="zh-CN" sz="1100" dirty="0"/>
            </a:b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worked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hedge fund intern,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Class, scholar</a:t>
            </a: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ship(St John’s College)</a:t>
            </a:r>
            <a:endParaRPr lang="zh-CN" sz="1100" b="0" i="0" u="none" strike="noStrike" cap="none" dirty="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</a:t>
            </a:r>
            <a:br>
              <a:rPr lang="zh-CN" sz="1100" dirty="0"/>
            </a:b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contest · BPhO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hire, Millennium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HK event</a:t>
            </a:r>
            <a:br>
              <a:rPr lang="zh-CN" sz="1100" dirty="0"/>
            </a:b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HKSTP, 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Mathematics &amp; Statistics · YCIS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Product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still fails at real work.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is missing: 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training ground scored by real outcomes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Product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leader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estimate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$7T AI economy, 10% spent on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2030 figure is a company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Customers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labs first,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enterprises and consumers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data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train stronger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 licenses, training data,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workflows into practice tasks;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before go-live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envs and acceptance evals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Then · B2C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Consumers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that knows them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fits their day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tuned to personal habits, fast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three customer groups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 method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Attempt, get scored, fix the weak spots: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stronger every loop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are stronger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scoring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standards: top model 77, rest 24–30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Fast, precise tasks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Reviewed by 200K+ experts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Verified gain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trading days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from the public Xitadel benchmark. +12% is the best of several independent replications.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602 GitHub stars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benchmarks, as of Oct 4, 2026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302★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ML competitions: can AI do research?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102★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trading, scored against the best human strategy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101★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 mathematics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70★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human-written reasoning puzzles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27★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 real events, scored on the outcome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training environments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 ·  AI research  ·  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Product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shifts in RSI in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already deliver on each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per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MLBench: the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improves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Noisy env: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Millions of tasks delivered in 3 weeks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So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is gated by environments, our core research. 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Product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in our </a:t>
            </a:r>
            <a:r>
              <a:rPr lang="en-US" altLang="zh-CN" sz="16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 and development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 from top trading firms</a:t>
            </a:r>
            <a:r>
              <a:rPr lang="en-US" alt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 like:</a:t>
            </a:r>
            <a:endParaRPr lang="zh-CN" sz="1600" b="0" i="0" u="none" strike="noStrike" cap="none" dirty="0">
              <a:solidFill>
                <a:srgbClr val="C2410C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</a:t>
            </a:r>
            <a:r>
              <a:rPr lang="en-US" alt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;</a:t>
            </a: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Score</a:t>
            </a:r>
            <a:r>
              <a:rPr lang="en-US" alt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;</a:t>
            </a:r>
            <a:r>
              <a:rPr lang="zh-CN" sz="28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Review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Product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University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Opportunity   Product   Edge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  <a:endParaRPr lang="zh-CN" sz="3400" b="0" i="0" u="none" strike="noStrike" cap="none" dirty="0">
              <a:solidFill>
                <a:srgbClr val="111110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1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</a:t>
            </a:r>
            <a:r>
              <a:rPr lang="zh-CN" sz="13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rollout cut to a quarter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resources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 down a third; half as many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1391</Words>
  <Application>Microsoft Macintosh PowerPoint</Application>
  <PresentationFormat>Widescreen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Newsreader</vt:lpstr>
      <vt:lpstr>Instrument Sans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3</cp:revision>
  <dcterms:modified xsi:type="dcterms:W3CDTF">2026-10-05T16:27:28Z</dcterms:modified>
</cp:coreProperties>
</file>