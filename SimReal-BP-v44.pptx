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7" r:id="rId13"/>
    <p:sldId id="260" r:id="rId6"/>
    <p:sldId id="259" r:id="rId5"/>
    <p:sldId id="262" r:id="rId8"/>
    <p:sldId id="264" r:id="rId10"/>
    <p:sldId id="271" r:id="rId17"/>
    <p:sldId id="269" r:id="rId15"/>
    <p:sldId id="270" r:id="rId16"/>
    <p:sldId id="266" r:id="rId12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强化学习训练环境与AI数据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客户是AI实验室、企业和个人Agent团队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给AI实验室做强化学习训练环境，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从交易做起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卖环境授权、Agent轨迹、专家和评测数据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Qwen3.8-27B在Xitadel训练后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训练数据与RL环境供应商年收入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公司情景测算2030年达7,000亿美元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练习环境开发中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三位05后创始人，都在顶级量化机构工作或实习过。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放弃转正offer，全职做衍真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一年从0到14亿美元，一个月上线Binance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参与HKMA合规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 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剑桥研究中心最年轻的本科AI研究员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设计了五大Benchmark与RL环境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17岁出版作家，原创内容10万+互动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实验室开始花钱买训练环境，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专业领域还没有好环境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环境成了实验室的采购项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2026年9月上线，开始替人做事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下一批客户出现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约20家早期RL环境公司，预计收敛到3–5家（Wing VC）。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我们从交易切入，对错可以自动验证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environments》，2026年1月）；SiliconANGLE、TechCrunch（2026年7月）；Meta、OpenAI发布（2026年9月）；Wing VC（2026年）。Muse、Dots为行业示例，不是衍真客户。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看起来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结果出来就错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36255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前沿模型真钱交易32轮，6轮赚钱（Alpha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323076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014716" y="4572000"/>
            <a:ext cx="36255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6得77分，人类最佳80分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按真实结果打分的训练环境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用没见过的任务验收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接入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客户已有的模型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和工具调用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按结果给奖励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强化学习更新模型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达标才交付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训练暴露的薄弱任务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自动出题 · 研发中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分析训练失败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智能体生成或挑选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规则、执行器、专家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通过校验进入下一轮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验收任务不参与训练和出题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  ·  专业数据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同样算力多完成64%的已评分尝试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回放订单簿，和同资产上的专业交易员比；保留轨迹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高阶数学题，测推理和解题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截止前锁定概率和证据，按真实结局打分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公开仓库截至2026年10月2日。三项指标为公司内部测试，比较口径不同，不能相乘或相加。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再卖企业和个人Agent团队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谁付钱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上线前训练、测试、验收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长任务、跨应用、失败恢复练习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买什么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可执行任务和评分工具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按期限、范围、使用权授权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按量或批次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模型每次升级都要新任务和新测试集，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客户会复购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首个付费试点从这里来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全部投入产品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2030年情景7,000亿美元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今天的82倍；假设AI经济7万亿美元，训练投入占10%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Mercor年化毛营收，16个月从7,500万到20亿美元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Mercor估值，17个月从20亿到200亿美元（洽谈中）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资本已经下注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AI数据服务近一年增长，年化收入3.75亿美元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我们强在专业领域的计分和速度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客户现有选择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通用领域为主；交易撮合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和风险计分需要交易台经验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交易台出身做撮合和计分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79776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同一环境产训练数据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94176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缺专业规则和专家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交易、事件预测环境现成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专家网络按需调用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估值参照：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技术壁垒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交易台规则：逐笔撮合，盈亏扣回撤再乘夏普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最后一个交易日留出，结果哈希提前公开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8680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GPT 6得77分，其他前沿模型24–30分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人类最佳80分，还没有模型超过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51676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51676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51676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microVM隔离、任务资源分配、智能存档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51676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51676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51676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未见过的交易日，多次独立复现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86460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积累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286000" y="4864608"/>
            <a:ext cx="91257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每个客户留下任务库、评分器、失败案例和验证过的专家，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下一个客户直接复用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新赛道跟得上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657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96112" y="1792224"/>
            <a:ext cx="47137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96112" y="2029968"/>
            <a:ext cx="47137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14天，7个领域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96112" y="2615184"/>
            <a:ext cx="47137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交易、AI研究、事件预测、数学、推理、财务结账、软件工程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96112" y="2944368"/>
            <a:ext cx="47137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96112" y="3072384"/>
            <a:ext cx="4713732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自有环境构建工具和训练基础设施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20万+专家网络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验收后交付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没见过的任务，达标才交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96112" y="4736592"/>
            <a:ext cx="47137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新环境按周交付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6576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79108" y="1792224"/>
            <a:ext cx="47137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下一站 · 开发中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79108" y="2029968"/>
            <a:ext cx="47137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个人Agent练习场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79108" y="2615184"/>
            <a:ext cx="47137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 2026年9月上线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79108" y="2944368"/>
            <a:ext cx="4713732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79108" y="3072384"/>
            <a:ext cx="4713732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复刻真实应用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虚拟机和浏览器里的邮件、日历、文档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跨应用长任务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按最终结果打分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失败恢复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弹窗、断网、登录失效时能否自己恢复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79108" y="4736592"/>
            <a:ext cx="47137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卖给个人Agent开发团队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