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三个训练环境已上线，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每个动作都按真实结果打分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11082528" cy="13167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交易环境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Xitadel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102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48640" y="2962656"/>
            <a:ext cx="11082528" cy="13167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62" name="Text 59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AI研究环境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SimReal-MLBench</a:t>
            </a:r>
            <a:endParaRPr lang="en-US" sz="1900" dirty="0"/>
          </a:p>
        </p:txBody>
      </p:sp>
      <p:sp>
        <p:nvSpPr>
          <p:cNvPr id="64" name="Text 61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302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48640" y="4352544"/>
            <a:ext cx="11082528" cy="13167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91" name="Shape 88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92" name="Text 89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事件预测环境</a:t>
            </a:r>
            <a:endParaRPr lang="en-US" sz="950" dirty="0"/>
          </a:p>
        </p:txBody>
      </p:sp>
      <p:sp>
        <p:nvSpPr>
          <p:cNvPr id="93" name="Text 90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FuturePredict</a:t>
            </a:r>
            <a:endParaRPr lang="en-US" sz="1900" dirty="0"/>
          </a:p>
        </p:txBody>
      </p:sp>
      <p:sp>
        <p:nvSpPr>
          <p:cNvPr id="94" name="Text 91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27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548640" y="5760720"/>
            <a:ext cx="11082528" cy="365760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117" name="Text 114"/>
          <p:cNvSpPr txBox="1"/>
          <p:nvPr/>
        </p:nvSpPr>
        <p:spPr>
          <a:xfrm>
            <a:off x="777240" y="5833872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5个开源基准，GitHub 602星</a:t>
            </a:r>
            <a:r>
              <a:rPr lang="en-US" sz="10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：SimReal-MLBench 302 · Xitadel 102 · MathmoBench 101 · Puzzle 70 · FuturePredict 27（截至2026年10月4日）</a:t>
            </a:r>
            <a:endParaRPr lang="en-US" sz="1050" dirty="0"/>
          </a:p>
        </p:txBody>
      </p:sp>
      <p:sp>
        <p:nvSpPr>
          <p:cNvPr id="118" name="Text 115"/>
          <p:cNvSpPr txBox="1"/>
          <p:nvPr/>
        </p:nvSpPr>
        <p:spPr>
          <a:xfrm>
            <a:off x="548640" y="6181344"/>
            <a:ext cx="11082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  <a:endParaRPr lang="en-US" sz="800" dirty="0"/>
          </a:p>
        </p:txBody>
      </p:sp>
      <p:sp>
        <p:nvSpPr>
          <p:cNvPr id="119" name="TextBox 118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322F"/>
                </a:solidFill>
                <a:latin typeface="Noto Sans SC"/>
                <a:ea typeface="Noto Sans SC"/>
              </a:rPr>
              <a:t>AI写交易策略，和人类比盈亏</a:t>
            </a:r>
          </a:p>
        </p:txBody>
      </p:sp>
      <p:pic>
        <p:nvPicPr>
          <p:cNvPr id="120" name="Picture 119" descr="xitad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322F"/>
                </a:solidFill>
                <a:latin typeface="Noto Sans SC"/>
                <a:ea typeface="Noto Sans SC"/>
              </a:rPr>
              <a:t>AI做研究，和人类队伍比名次</a:t>
            </a:r>
          </a:p>
        </p:txBody>
      </p:sp>
      <p:pic>
        <p:nvPicPr>
          <p:cNvPr id="122" name="Picture 121" descr="mlben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322F"/>
                </a:solidFill>
                <a:latin typeface="Noto Sans SC"/>
                <a:ea typeface="Noto Sans SC"/>
              </a:rPr>
              <a:t>AI预测真实事件，揭晓后打分</a:t>
            </a:r>
          </a:p>
        </p:txBody>
      </p:sp>
      <p:pic>
        <p:nvPicPr>
          <p:cNvPr id="124" name="Picture 123" descr="foreca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交付物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环境每跑一遍，产出一条带验证的轨迹：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客户拿到的不只是数据，还有证据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6629400" cy="39319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一条交易轨迹 · XITADEL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73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步骤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2286000"/>
            <a:ext cx="6172200" cy="0"/>
          </a:xfrm>
          <a:prstGeom prst="line">
            <a:avLst/>
          </a:prstGeom>
          <a:noFill/>
          <a:ln w="9525">
            <a:solidFill>
              <a:srgbClr val="2E2D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25880" y="24231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24414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订单簿快照：买一 101.05，卖一 101.10；持仓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27249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816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25880" y="27889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8072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限价买入 100股，价格 101.05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30906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325880" y="315468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25880" y="3154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17296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部分成交 60股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345643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25880" y="352044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2588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35387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撤销剩余 40股，改价 101.08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382219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25880" y="388620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2588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2331720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剩余全部成交，行情上行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77240" y="418795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7240" y="4279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325880" y="42519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32588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2331720" y="42702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收盘前卖出 100股，价格 101.30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77240" y="45537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4645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325880" y="46177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325880" y="4617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结算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2331720" y="46360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按盈亏、回撤、夏普计分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77240" y="49194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77240" y="50566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验证器：通过 ✓    ·    结果哈希已预先公开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360920" y="1627632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89520" y="1792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589520" y="1993392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完整轨迹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7589520" y="237744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每一步的观察、行动和世界的反应，可完整回放；用于监督微调与强化学习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360920" y="2985516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589520" y="31501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589520" y="3351276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自动验证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7589520" y="373532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验证器按真实结果判定成败，不靠人工意见；评分器上线前先经过攻击测试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7360920" y="4343400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589520" y="45079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589520" y="470916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质检报告</a:t>
            </a:r>
            <a:endParaRPr lang="en-US" sz="1800" dirty="0"/>
          </a:p>
        </p:txBody>
      </p:sp>
      <p:sp>
        <p:nvSpPr>
          <p:cNvPr id="63" name="Text 60"/>
          <p:cNvSpPr txBox="1"/>
          <p:nvPr/>
        </p:nvSpPr>
        <p:spPr>
          <a:xfrm>
            <a:off x="7589520" y="509320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每批附污染检测、难度分布与验证通过率：无污染、可验证、高难度，一次给齐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724144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数商卖人力，</a:t>
            </a:r>
            <a:r>
              <a:rPr lang="en-US" sz="20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衍真卖验证。</a:t>
            </a:r>
            <a:endParaRPr lang="en-US" sz="20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轨迹为示意。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竞争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对手强在规模，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我们强在专业领域的打分和速度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29016" y="1572768"/>
            <a:ext cx="3502152" cy="2359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72768"/>
            <a:ext cx="11082528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客户现在的选择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556102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强在哪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弱在哪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4656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衍真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1901952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7006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数据外包公司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37006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AI、Mercor等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556102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人多，实验室关系深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44184" y="2130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靠堆人，做不了专业打分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646566" y="2130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量化出身，打分专业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578608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7006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公开榜单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37006" y="30175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Arena等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556102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方便比较模型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044184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只能测不能训，很快被刷爆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646566" y="28072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同一个环境既能测也能训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3255264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7006" y="3438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实验室自建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3556102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贴合自己的需求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044184" y="3483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缺规则缺专家，占研究人力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646566" y="34838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现成环境，20万+专家随时调用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48640" y="3931920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55955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对手拼规模，我们拼加速度：</a:t>
            </a:r>
            <a:r>
              <a:rPr lang="en-US" sz="22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14天上线7款产品，24天做到ARR 4,500万元</a:t>
            </a:r>
            <a:endParaRPr lang="en-US" sz="2200" dirty="0"/>
          </a:p>
        </p:txBody>
      </p:sp>
      <p:sp>
        <p:nvSpPr>
          <p:cNvPr id="300" name="SimReal 300"/>
          <p:cNvSpPr txBox="1"/>
          <p:nvPr/>
        </p:nvSpPr>
        <p:spPr>
          <a:xfrm>
            <a:off x="548640" y="4133087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95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为什么难被抄</a:t>
            </a:r>
            <a:endParaRPr lang="en-US" sz="950" dirty="0"/>
          </a:p>
        </p:txBody>
      </p:sp>
      <p:sp>
        <p:nvSpPr>
          <p:cNvPr id="301" name="SimReal 301"/>
          <p:cNvSpPr/>
          <p:nvPr/>
        </p:nvSpPr>
        <p:spPr>
          <a:xfrm>
            <a:off x="548640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2" name="SimReal 302"/>
          <p:cNvSpPr txBox="1"/>
          <p:nvPr/>
        </p:nvSpPr>
        <p:spPr>
          <a:xfrm>
            <a:off x="548640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失效地图</a:t>
            </a:r>
            <a:endParaRPr lang="en-US" sz="1700" dirty="0"/>
          </a:p>
        </p:txBody>
      </p:sp>
      <p:sp>
        <p:nvSpPr>
          <p:cNvPr id="303" name="SimReal 303"/>
          <p:cNvSpPr txBox="1"/>
          <p:nvPr/>
        </p:nvSpPr>
        <p:spPr>
          <a:xfrm>
            <a:off x="548640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持续跑前沿模型，知道它们在哪类题上失手</a:t>
            </a:r>
            <a:endParaRPr lang="en-US" sz="1100" dirty="0"/>
          </a:p>
        </p:txBody>
      </p:sp>
      <p:sp>
        <p:nvSpPr>
          <p:cNvPr id="304" name="SimReal 304"/>
          <p:cNvSpPr txBox="1"/>
          <p:nvPr/>
        </p:nvSpPr>
        <p:spPr>
          <a:xfrm>
            <a:off x="548640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前沿模型24–77分，人类最佳80分</a:t>
            </a:r>
            <a:endParaRPr lang="en-US" sz="1100" dirty="0"/>
          </a:p>
        </p:txBody>
      </p:sp>
      <p:sp>
        <p:nvSpPr>
          <p:cNvPr id="305" name="SimReal 305"/>
          <p:cNvSpPr/>
          <p:nvPr/>
        </p:nvSpPr>
        <p:spPr>
          <a:xfrm>
            <a:off x="4349495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6" name="SimReal 306"/>
          <p:cNvSpPr txBox="1"/>
          <p:nvPr/>
        </p:nvSpPr>
        <p:spPr>
          <a:xfrm>
            <a:off x="4349495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成本随规模下降</a:t>
            </a:r>
            <a:endParaRPr lang="en-US" sz="1700" dirty="0"/>
          </a:p>
        </p:txBody>
      </p:sp>
      <p:sp>
        <p:nvSpPr>
          <p:cNvPr id="307" name="SimReal 307"/>
          <p:cNvSpPr txBox="1"/>
          <p:nvPr/>
        </p:nvSpPr>
        <p:spPr>
          <a:xfrm>
            <a:off x="4349495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验证器建好后，合成加自动核验批量生产</a:t>
            </a:r>
            <a:endParaRPr lang="en-US" sz="1100" dirty="0"/>
          </a:p>
        </p:txBody>
      </p:sp>
      <p:sp>
        <p:nvSpPr>
          <p:cNvPr id="308" name="SimReal 308"/>
          <p:cNvSpPr txBox="1"/>
          <p:nvPr/>
        </p:nvSpPr>
        <p:spPr>
          <a:xfrm>
            <a:off x="4349495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单轮耗时降到1/4，同等资源多完成64%尝试</a:t>
            </a:r>
            <a:endParaRPr lang="en-US" sz="1100" dirty="0"/>
          </a:p>
        </p:txBody>
      </p:sp>
      <p:sp>
        <p:nvSpPr>
          <p:cNvPr id="309" name="SimReal 309"/>
          <p:cNvSpPr/>
          <p:nvPr/>
        </p:nvSpPr>
        <p:spPr>
          <a:xfrm>
            <a:off x="8150351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10" name="SimReal 310"/>
          <p:cNvSpPr txBox="1"/>
          <p:nvPr/>
        </p:nvSpPr>
        <p:spPr>
          <a:xfrm>
            <a:off x="8150351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能自证</a:t>
            </a:r>
            <a:endParaRPr lang="en-US" sz="1700" dirty="0"/>
          </a:p>
        </p:txBody>
      </p:sp>
      <p:sp>
        <p:nvSpPr>
          <p:cNvPr id="311" name="SimReal 311"/>
          <p:cNvSpPr txBox="1"/>
          <p:nvPr/>
        </p:nvSpPr>
        <p:spPr>
          <a:xfrm>
            <a:off x="8150351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无污染可审计，训练增益可验证</a:t>
            </a:r>
            <a:endParaRPr lang="en-US" sz="1100" dirty="0"/>
          </a:p>
        </p:txBody>
      </p:sp>
      <p:sp>
        <p:nvSpPr>
          <p:cNvPr id="312" name="SimReal 312"/>
          <p:cNvSpPr txBox="1"/>
          <p:nvPr/>
        </p:nvSpPr>
        <p:spPr>
          <a:xfrm>
            <a:off x="8150351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结果哈希预先公开；训练后+12%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衍真 商业计划书 v61</dc:title>
  <dc:subject>PptxGenJS Presentation</dc:subject>
  <dc:creator>PptxGenJS</dc:creator>
  <cp:lastModifiedBy>PptxGenJS</cp:lastModifiedBy>
  <cp:revision>1</cp:revision>
  <dcterms:created xsi:type="dcterms:W3CDTF">2026-10-05T00:24:54Z</dcterms:created>
  <dcterms:modified xsi:type="dcterms:W3CDTF">2026-10-05T00:24:54Z</dcterms:modified>
</cp:coreProperties>
</file>