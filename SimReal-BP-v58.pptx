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1" r:id="rId7"/>
    <p:sldId id="264" r:id="rId10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驱动AI实验室、企业与个人Agent在现实世界精准行动的引擎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为下一代AI提供数据、强化学习环境和递归自我改进（RSI）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训练环境成了实验室的固定采购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RSI路线图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人出题 → 环境出题 →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657600"/>
            <a:ext cx="3514344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391363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420624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在环境里练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480060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交易环境，+12%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2788920"/>
            <a:ext cx="3514344" cy="2468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57344" y="304495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57344" y="333756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环境自己出题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57344" y="393192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盯住弱点，越练越难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920240"/>
            <a:ext cx="3514344" cy="33375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46008" y="2176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46008" y="246888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46008" y="306324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每个行业最强的AI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572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以交易为例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828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18288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41080" y="18288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模型写交易策略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2860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2860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41080" y="2286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回放行情，按盈亏和风险打分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27432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635240" y="27432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64108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找出哪类行情亏钱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635240" y="32004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635240" y="32004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641080" y="32004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多造这类行情的题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7635240" y="36576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635240" y="3657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用高分记录训练模型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635240" y="4114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635240" y="4315968"/>
            <a:ext cx="4005072" cy="12344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909560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已验证 · 成立两周跑通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909560" y="46268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35440" y="4626864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在交易环境里训练后，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+12%为多次独立复现中的最佳一次。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成立14天上线7款产品，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5个开源基准拿下GitHub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卖环境、卖数据、做联合训练，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来自顶级交易机构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学生和校友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高校的学生和校友网络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覆盖每个行业的入门岗位与顶尖科研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RSI卡在环境，而环境正是衍真的主业：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成立24天，ARR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替人办事的Agent，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要练长任务、跨应用操作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长任务练习环境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卖给三类客户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