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4" r:id="rId10"/>
    <p:sldId id="265" r:id="rId11"/>
    <p:sldId id="272" r:id="rId18"/>
    <p:sldId id="271" r:id="rId17"/>
    <p:sldId id="269" r:id="rId15"/>
    <p:sldId id="275" r:id="rId21"/>
    <p:sldId id="270" r:id="rId16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RL environments, verifiers and training data for agents that improve themselves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for recursive self-improvement (RSI):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agents learn from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$0.9M+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Stables, where $U grew from zero to $1.4B in a year and listed on Binance within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Class; scholar of St John's College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competition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Wins on past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Profit on unseen market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102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Kaggle leaderboard, on hidden labels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302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proof is correct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70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 the code must pass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books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517904"/>
            <a:ext cx="8732520" cy="1353312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2926080"/>
            <a:ext cx="8732520" cy="1353312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334256"/>
            <a:ext cx="8732520" cy="135331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environments up close.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scores the AI against something real: a human, a leaderboard, an outcome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17904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66420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865376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194560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writes a trading strategy.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risk-adjusted profit vs. the best human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926080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11576304" y="2926080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548640" y="2926080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07238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77240" y="327355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602736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runs an ML project.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rank on the real Kaggle leaderboard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334256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/>
          <p:nvPr/>
        </p:nvSpPr>
        <p:spPr>
          <a:xfrm>
            <a:off x="11576304" y="4334256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/>
          <p:nvPr/>
        </p:nvSpPr>
        <p:spPr>
          <a:xfrm>
            <a:off x="548640" y="4334256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48056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68172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5010912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forecasts real events.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error once the outcome is known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Xitadel: published results; the human benchmark is the best real strategy from IMC Prosperity, a global trading competition. MLBench: a baseline run, scored on the official leaderboard. FuturePredict: the numbers are illustrative.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hash-locked published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$7M ARR in 24 days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$6M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environments, RSI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Seed round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expert domains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engineers  ·  Expert network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expert-domain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self-improvement to larger models and more domains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 on open-weight large models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early demand into lasting contracts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Short practice runs that fit an agent to one person's habits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