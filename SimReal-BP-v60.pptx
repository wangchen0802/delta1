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0" r:id="rId16"/>
    <p:sldId id="266" r:id="rId12"/>
    <p:sldId id="272" r:id="rId18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训练的瓶颈从数据转到环境，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钱已经在花，专业领域的好环境还很少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推理模型靠能自动判对错的任务做强化学习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一个强化学习任务卖200–2,000美元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实验室和资本都在为环境与RSI买单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大模型做交易、做财务仍频繁出错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交易对错一目了然，最适合先做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RSI方法论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成立14天上线7款产品，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5个开源基准拿下GitHub 602星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5个开源基准，截至2026年10月4日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302星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60道真实机器学习竞赛题，测AI做研究的能力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102星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测AI做交易，和同一资产上的专业交易员比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101星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高难度数学题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70星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749道人工编写的推理题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27星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预测真实事件，结果揭晓后打分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已上线的训练环境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  ·  AI研究  ·  事件预测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来自顶级交易机构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学生和校友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高校的学生和校友网络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覆盖每个行业的入门岗位与顶尖科研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缺行业规则和专家，占研究人力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先服务AI实验室，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再到企业和个人用户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买环境和数据，训练更强的模型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环境授权、训练数据、评测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把业务流程做成练习题，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上线前先练、先验收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定制环境与验收评测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想要懂自己的AI，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我们提供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快速让AI贴合个人习惯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服务三类客户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