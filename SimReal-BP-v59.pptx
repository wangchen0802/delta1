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1" r:id="rId7"/>
    <p:sldId id="264" r:id="rId10"/>
    <p:sldId id="271" r:id="rId17"/>
    <p:sldId id="267" r:id="rId13"/>
    <p:sldId id="268" r:id="rId14"/>
    <p:sldId id="270" r:id="rId16"/>
    <p:sldId id="266" r:id="rId12"/>
    <p:sldId id="272" r:id="rId18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用真实数据重建真实世界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让AI在现实中精准行动的引擎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衍真是一家AI新实验室（Neolab），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为下一代AI构建数据、强化学习环境与递归自我改进（RSI）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4,500万元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人民币，成立24天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研究成果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剑桥机器学习暑研，导师Po-Ling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训练的瓶颈从数据转到环境，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钱已经在花，专业领域的好环境还很少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推理模型靠能自动判对错的任务做强化学习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能自动打分的环境成了稀缺资源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一个强化学习任务卖200–2,000美元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RSI新实验室Recursive估值46.5亿美元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实验室和资本都在为环境与RSI买单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专业任务还没解决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大模型做交易、做财务仍频繁出错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交易对错一目了然，最适合先做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AI（2026年1月）；TechCrunch（2026年7月）；SiliconANGLE（2026年5月）；Meta、OpenAI发布（2026年9月）；Wing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RSI路线图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人出题 → 环境出题 →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AI改进AI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657600"/>
            <a:ext cx="3514344" cy="1600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68680" y="391363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68680" y="420624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在环境里练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8680" y="4800600"/>
            <a:ext cx="296570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交易环境，+12%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37304" y="2788920"/>
            <a:ext cx="3514344" cy="2468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657344" y="304495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657344" y="333756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环境自己出题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57344" y="3931920"/>
            <a:ext cx="296570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盯住弱点，越练越难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25968" y="1920240"/>
            <a:ext cx="3514344" cy="33375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46008" y="217627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446008" y="246888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AI改进AI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46008" y="3063240"/>
            <a:ext cx="296570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每个行业最强的AI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+12%为多次独立复现中的最佳一次。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RSI方法论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57276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以交易为例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8288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18288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做题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41080" y="18288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模型写交易策略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2860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2860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641080" y="22860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回放行情，按盈亏和风险打分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27432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635240" y="27432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找弱点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641080" y="27432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找出哪类行情亏钱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7635240" y="32004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635240" y="32004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出新题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641080" y="32004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多造这类行情的题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7635240" y="36576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635240" y="36576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再训练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36576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用高分记录训练模型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7635240" y="41148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7635240" y="4315968"/>
            <a:ext cx="4005072" cy="12344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909560" y="440740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已验证 · 成立两周跑通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909560" y="462686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235440" y="4626864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在交易环境里训练后，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+12%为多次独立复现中的最佳一次。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395728"/>
            <a:ext cx="5760720" cy="297813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成立14天上线7款产品，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5个开源基准拿下GitHub 602星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2743200" y="146304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5个开源基准，截至2026年10月4日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629400" y="1572768"/>
            <a:ext cx="501091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62940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302星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629400" y="190195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60道真实机器学习竞赛题，测AI做研究的能力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6629400" y="2176272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6629400" y="223113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102星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629400" y="250545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测AI做交易，和同一资产上的专业交易员比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629400" y="2779776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629400" y="2834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101星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629400" y="310896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高难度数学题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629400" y="3383280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629400" y="343814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70星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629400" y="371246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749道人工编写的推理题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629400" y="3986784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629400" y="40416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27星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629400" y="4315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预测真实事件，结果揭晓后打分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6629400" y="4590288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629400" y="4754880"/>
            <a:ext cx="5010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已上线的训练环境</a:t>
            </a:r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  ·  AI研究  ·  事件预测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环境授权、数据交付、联合训练，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9880" y="2107597"/>
            <a:ext cx="1155853" cy="44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39814" y="2176845"/>
            <a:ext cx="1672655" cy="3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47334" y="2014333"/>
            <a:ext cx="1294283" cy="63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49077" y="2162124"/>
            <a:ext cx="1527465" cy="339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8625" y="2167128"/>
            <a:ext cx="1785039" cy="329184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参与研发的从业者，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来自顶级交易机构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20040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 · 打分 · 把关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专家在环境里做的事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标识仅表示从业者任职机构，不代表背书。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3539" y="1851660"/>
            <a:ext cx="1178813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2938" y="1851660"/>
            <a:ext cx="77724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54462" y="1851660"/>
            <a:ext cx="1431415" cy="77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7262" y="2023739"/>
            <a:ext cx="1463040" cy="43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0196" y="1851660"/>
            <a:ext cx="87439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84486" y="2040775"/>
            <a:ext cx="1463040" cy="399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4501" y="2994660"/>
            <a:ext cx="101689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590038" y="3157037"/>
            <a:ext cx="1463040" cy="45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38650" y="3145387"/>
            <a:ext cx="1463040" cy="475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52044" y="2994660"/>
            <a:ext cx="113347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35874" y="3203766"/>
            <a:ext cx="1463040" cy="35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984486" y="3066376"/>
            <a:ext cx="1463040" cy="633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高校网络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21所顶尖高校的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学生和校友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16052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34340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926080" y="43434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高校的学生和校友网络</a:t>
            </a:r>
          </a:p>
          <a:p>
            <a:pPr marL="0" marR="0" lvl="0" indent="0" algn="l" rtl="0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覆盖每个行业的入门岗位与顶尖科研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图为网络覆盖的部分高校；标识不代表学校背书。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303580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9105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43600" y="159105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291840" y="18653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43600" y="18653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797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291840" y="27797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43600" y="27797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797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941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941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91840" y="36941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43600" y="36941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缺行业规则和专家，占研究人力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941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9834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对手拼规模，我们拼加速度：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14天上线7款产品，24天做到ARR 4,500万元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2026年RSI的三个变化，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每一个我们都已经在交付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2026年的变化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AI开始自己做研究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OpenAI研究团队每人每天配3.1个Agent工作日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OpenAI，2026年9月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MLBench：AI做研究的考场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 302星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AI开始自己改进自己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Agent改写自己的代码，8天完成7轮自我改进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Weco AIDE²，2026年9月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交易环境里跑通RSI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没见过的交易日上+12%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卡点变成环境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环境一乱，最强Agent通过率从83.9%掉到57.6%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Breaking the Environment Wall，2026年9月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3周交付数百万需求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所以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RSI卡在环境，环境正是衍真的研究核心。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多数AI新实验室还没有收入，衍真成立24天ARR 4,500万元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来源：OpenAI（2026年9月6日）；Weco AI，arXiv 2609.26457；Breaking the Environment Wall，arXiv 2609.29773；Deedy Das新实验室名单（2026年5月）。+12%为多次独立复现中的最佳一次。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4,500万元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4,500万元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RSI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把自我进化扩到更大的模型、更多的行业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开源大模型实现RSI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先服务AI实验室，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再到企业和个人Agent团队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买环境和数据，训练更强的模型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我们提供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环境授权、训练数据、评测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把业务流程做成练习题，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上线前先练、先验收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我们提供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定制环境与验收评测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再下一步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个人Agent团队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替人办事的Agent，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要练长任务、跨应用操作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我们提供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长任务练习环境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服务三类客户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