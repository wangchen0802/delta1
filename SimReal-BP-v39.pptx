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65" r:id="rId11"/>
    <p:sldId id="271" r:id="rId17"/>
    <p:sldId id="270" r:id="rId16"/>
    <p:sldId id="266" r:id="rId12"/>
    <p:sldId id="267" r:id="rId13"/>
    <p:sldId id="268" r:id="rId14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Qwen3.8-27B经Xitadel训练，在未见过的交易日上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2030年情景约7,000亿美元，为今天的82倍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数学、机器学习、量化交易与数据科学背景；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放弃顶级量化机构的转正offer来做这件事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交易台的纪律、机器学习研究、机构关系：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训练的瓶颈正从数据转向环境：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预算已经到位，专业领域的环境还没人做好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每个RL任务200–2,000美元，环境合同每季度六到七位数美元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RL环境赛道约20家早期公司，预计收敛到3–5家（据Wing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先在专业领域做出可验证的增益，先拿到实验室的长期合同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用任务结果训练模型，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用独立评测检验改进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五款评测产品已公开；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训练基础设施把每轮训练的成本压下来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60个真实竞赛任务，评测机器学习研究能力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回放订单簿，对标同资产上的专业交易员；保留轨迹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749道人工推理题，覆盖15类主题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截止前锁定概率与证据，按真实结局评分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训练基础设施：同样的算力，跑更多训练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任务资源分配（Rollout allocation）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智能存档：自动判断何时保存检查点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公开仓库截至2026年10月2日。三项基础设施指标各有比较口径，不能相乘或相加。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环境执行与专家工作，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产出三类可交付的数据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每一步动作、环境反馈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以及最终任务结果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真实工作的示范、专业判断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以及评分标准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用于对齐、奖励建模与任务设计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私有任务与隔离测试集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独立于训练数据保存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用于能力验收与持续评测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498848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498848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以交易为例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743200" y="4498848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一次回合留下订单、成交与计分记录：同一份记录既能训练，也能复测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每轮模型升级，都需要新任务、新轨迹与新的独立测试样本：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数据需求随模型迭代持续发生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行动轨迹、专家示范与私有评测数据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5876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47238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12998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641598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911596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77356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05956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775954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141714" y="4114800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370314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548640" y="50749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每轮模型升级都需要新任务和新的测试样本：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授权之后的持续更新，带来复购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86318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491447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75848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0357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4892040"/>
            <a:ext cx="1487533" cy="27432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零外部融资，14天做出7款产品；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首个付费试点的来源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完成首批7款产品开发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交付速度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5个公开仓库的GitHub星标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开发者与研究者的关注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每一分钱都花在产品上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0040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584448"/>
            <a:ext cx="11091672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358444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下一步交付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514600" y="3584448"/>
            <a:ext cx="88971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确定试点范围与验收标准，推进首个付费项目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4439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标识仅表示支持者任职机构，不代表机构背书。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20万+可触达的专家，来自21所顶尖高校的学生与校友：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专家数据的来源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023360" cy="91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276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6276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359152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4140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606040" y="24140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145536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004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606040" y="32004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4023360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409651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岗位经验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691640" y="40965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提供真实工作示范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622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专业判断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691640" y="446227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制定任务与评分标准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8280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482803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评审样本与反馈质量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每做一个领域，专家的示范、判断与失败案例都会留下来，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训练数据与环境的支出正在加速：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2030年情景约为今天的82倍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93392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97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7556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1993392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资本已经为这个赛道定价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数据服务正转向专家与环境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别人强在规模，我们强在专业领域的计分与速度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以通用领域为主；交易的撮合与风险计分需要交易台经验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赛道已被定价：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专业训练环境要同时做对计分、训练和交付：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三件事我们都有结果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交易台经验写进规则：逐笔撮合；盈亏扣除回撤再乘夏普；最后一个交易日留出，结果哈希预先公开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6得77分，其余前沿模型24–30分，人类最佳80分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同一环境既评测又训练；microVM隔离、任务资源分配、智能存档压低每轮成本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Qwen3.8-27B最高提升12%；同等资源多完成64%的已评分尝试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自有环境构建工具；20万+可触达专家网络，7,000+已报名候补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14天上线7款产品，5个公开仓库共512星，零外部融资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来源：Xitadel-QuantBench公开报告与计分规范；训练基础设施指标为公司内部测试；GitHub星标截至2026年10月2日。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融资用途与六个月目标：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收入引擎赚今天的钱，RSI引擎做自我进化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3544824" cy="8412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54480"/>
            <a:ext cx="3544824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54480"/>
            <a:ext cx="3544824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578608"/>
            <a:ext cx="5408676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248" y="276148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收入引擎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248" y="298094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248" y="345643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环境授权与数据交付，形成持续收入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248" y="378561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248" y="3986784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训练环境与专家数据生产；客户接入、验收与持续更新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41248" y="436168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41248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248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3–4家客户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248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首批订单交付与回款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252978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252978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252978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拓展订单与复购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2578608"/>
            <a:ext cx="5408676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24244" y="276148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RSI引擎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524244" y="298094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524244" y="345643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研发自主出题、训练和独立评测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524244" y="378561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3986784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算力与研究团队；交易及事件预测验证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524244" y="436168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24244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524244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小规模小模型实验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验证自主出题与训练闭环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935974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935974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10+个环境跑通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935974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在开源大模型上实现RSI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7900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拓展到持续工作的个人Agent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先卖给实验室，再向企业与个人Agent扩展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