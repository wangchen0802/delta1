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瓶颈转向可验证数据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682496"/>
            <a:ext cx="8732520" cy="1298448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3035808"/>
            <a:ext cx="8732520" cy="1298448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89120"/>
            <a:ext cx="8732520" cy="1298448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都拿真实结果给AI打分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给AI的题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AI做什么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和谁比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682496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682496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682496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019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0545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77240" y="27066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公开成绩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035808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11576304" y="3035808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/>
          <p:nvPr/>
        </p:nvSpPr>
        <p:spPr>
          <a:xfrm>
            <a:off x="548640" y="3035808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325526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34564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77240" y="38587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0599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基线成绩，并非AI Agent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389120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/>
          <p:nvPr/>
        </p:nvSpPr>
        <p:spPr>
          <a:xfrm>
            <a:off x="11576304" y="4389120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/>
          <p:nvPr/>
        </p:nvSpPr>
        <p:spPr>
          <a:xfrm>
            <a:off x="548640" y="4389120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6085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77240" y="48097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5212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数字为示例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742432"/>
            <a:ext cx="11091672" cy="3291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742432"/>
            <a:ext cx="107259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人类最佳：IMC Prosperity（全球交易竞赛）中每项任务的最佳真实策略。事件预测的基线：同样提前锁定的参考预测。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让AI快速摸清自己的习惯，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