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71" r:id="rId17"/>
    <p:sldId id="264" r:id="rId10"/>
    <p:sldId id="272" r:id="rId18"/>
    <p:sldId id="270" r:id="rId16"/>
    <p:sldId id="267" r:id="rId13"/>
    <p:sldId id="269" r:id="rId15"/>
    <p:sldId id="275" r:id="rId21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5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AI will be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trained in our markets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 and human intelligence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for financial AI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Contact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 and human intelligence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for AI that does financial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$250K / month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sales in September 2026, about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$3M a year; 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+ data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and forecasting environments,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plus financial expert data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Buyers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segments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labs, financial firms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vertical AI startups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Supply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 signed up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Financial experts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paid data work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$2.8B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by investment managers on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alternative data in 2025 (Neudata)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230368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230368"/>
            <a:ext cx="155448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How it fits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377440" y="5230368"/>
            <a:ext cx="898855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Funds already buy their edge as data. 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the environments and expert data AI needs to do financial work.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21-year-old founders.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$1M+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Employee #1 at United Stables, building it from scratch to $1.5B+. Listed on Binance within a month.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HSBC’s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St John’s College, First Class with Scholarship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STEP maths competition (~IMO Medalist level)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Millennium’s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Play’s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moving into financial work.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Their backtests lie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Profitable in backtest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Signal looks strong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Overfit to the past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doesn’t reconcile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(Nof1’s 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backtest you can fool will lie to you.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need a test the market grades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Source: Nof1, Alpha Arena (May 2026).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expert data for financial AI.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grades every result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Market environments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source: Xitadel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research stocks, baskets and options and build strategies, tested against simulated market participants.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411480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P&amp;L on a withheld trading day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383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Forecasting environments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 Prediction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forecast events with search and prediction-market tools. Copying the market’s forecast earns zero.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11624" y="411480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once it is known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383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expert data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 data and trajectories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Demonstrations, reasoning traces and grading rubrics from financial professionals, plus agent trajectories.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00288" y="411480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00288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Checked against the market result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30368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Also built: 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accounting (Month-End Close), ML research, maths, reasoning and software benchmarks</a:t>
            </a: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600+ GitHub stars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7005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3144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15207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9588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Human intelligence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professionals show agents how the work is done.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checks the result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have worked at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professionals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Demonstrations and explanations of how they research and decide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do financial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Quant, maths and finance talent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 of 21 top universities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do financial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can reach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Signed up for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data work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have worked or studied;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already buy their edge as data.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 that does financial work needs it too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Financial firms: market data and analysis, 2025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9377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$49.2B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record, up 6.5% (Burton-Taylor)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6035040" y="1801368"/>
            <a:ext cx="9144" cy="128016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Investment managers: alternative data, 2025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$2.8B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17% in a year (Neudata)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$2B+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June 2026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pay billions for expert data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$100M+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 run-rate, within about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15 months of founding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New data vendors scale fast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4–5x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 environments cost 4–5x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non-exclusive ones (Epoch AI)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Exclusivity is priced like data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Burton-Taylor (TP ICAP), Financial Market Data/Analysis 2026; Neudata, The state of the alternative data market in 2026; Mercor (TechCrunch, Jul 2026); AfterQuery (Dealroom, Apr 2026); Epoch AI (Jan 2026). Run-rates are gross.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expert can’t grade a trade.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Only the market can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expert can’t grade a trade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expert can say whether a strategy will make money. Our environments match every order the way an exchange would.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7308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07308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Markets have no answer key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07308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trading and forecasting the answer arrives with the outcome, and it shifts as others copy what works.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08776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437376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37376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neutral supplier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437376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Funds won’t hand their data to a lab. We license environments to funds and labs alike, exclusively at 4–5x.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38844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26744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67444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Revenue funds speed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267444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$250K of data a month and 7,000+ people signed up to write tasks.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1513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Landscape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38912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environment startups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17520" y="4389120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EdotEnv (YC S26)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4389120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research environments for labs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63600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vendors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017520" y="46360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Mercor, Surge, Scale, AfterQuery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172200" y="4636008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time and contractor-built environments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88289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 evaluation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017520" y="4882896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Halluminate, Vals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172200" y="4882896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Banking and private-equity work, graded against known answers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978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017520" y="5129784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financial expert data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172200" y="5129784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Graded by the market or the real outcome; neutral to funds and labs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5522976"/>
            <a:ext cx="11091672" cy="51206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77240" y="552297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2286000" y="5522976"/>
            <a:ext cx="91714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 or answer keys;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results the market grades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entering financial work.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Funds already pay for an edge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287121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1579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are handing research to agents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5420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AI-agent hedge fund raised a $100M seed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7797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Abundance, Apr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environments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Stocks, baskets and options, graded by the market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343814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buy their edge as data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82219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Investment managers spent $2.8B on alternative data in 2025, up 17%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405993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Neudata, Feb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3163824"/>
            <a:ext cx="3657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3163824"/>
            <a:ext cx="47365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licensed like datasets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 to one fund, priced at 4–5x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AI-data startups in this space have no revenue yet.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$250K of data a month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Abundance (Bloomberg, Apr 2026); Neudata, The state of the alternative data market in 2026 (Feb 2026).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$250K of data sales in September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About $3M a year,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4160520" cy="35661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1828800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2084832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$250K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294436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September 2026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68680" y="3383280"/>
            <a:ext cx="352044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68680" y="3493008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$3M a year at this rate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 paying customers: data suppliers and AI startups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Largest: a data supplier serving frontier labs, with a $100K order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074920" y="1572768"/>
            <a:ext cx="6565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074920" y="157276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mix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75564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60% agent trajectories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204825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35% reasoning traces and rubrics from finance professionals; 5% verified RL tasks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074920" y="246430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074920" y="246430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446520" y="264718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shipped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446520" y="293979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forecasting, accounting, ML research, maths, reasoning, software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074920" y="335584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074920" y="335584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Supply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46520" y="353872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signed up for paid data work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46520" y="383133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students and alumni of 21 top universities in reach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074920" y="424738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074920" y="424738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Pipeline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46520" y="443026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frontier labs in talks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46520" y="472287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environment and data contracts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074920" y="513892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$3M a year = September 2026 revenue x 12. Orders are placed on demand today; we are moving them to subscriptions.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a seed round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scale financial environments, expert data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39696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Seed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309067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round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directions, each with a milestone  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environments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85032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the trading playbook to more financial work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3685032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Engineers  ·  Practitioner reviewers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85032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financial environments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98336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 the expert network into a data subscription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498336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network  ·  Quality review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98336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Subscriptions replace one-off orders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311640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Sign labs and financial firms directly, on subscriptions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9311640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9311640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buyers, one set of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All three already buy our data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trajectories and expert data to train and test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218688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96849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 (Epoch AI)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firms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to train and test agents before they touch real money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2186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licence; exclusive at 4–5x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9684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firm,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$50K–$150K. Hedge funds and prop shops first; then banks, asset managers, exchanges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Vertical AI startups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and environments to train finance agents and prove they work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2186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subscriptions and environment licences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9684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Subscription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dataset or environment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Several already buy our data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Recurring revenue from licences, data subscriptions and task updates; 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(January 2026). Financial-firm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