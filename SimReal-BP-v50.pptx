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71" r:id="rId17"/>
    <p:sldId id="270" r:id="rId16"/>
    <p:sldId id="266" r:id="rId12"/>
    <p:sldId id="267" r:id="rId1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用真实数据重建真实世界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AI实验室、企业与个人Agent的训练场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年化收入（ARR）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700万美元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66928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联系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66928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给AI和个人Agent一个真实的世界，让它们反复犯错、学习、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面向AI实验室与企业：Agent轨迹、专家与评测数据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独家环境让AI自我进化（RSI）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下一步：向个人Agent开放练习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3个世界已上线：交易、AI研究、事件预测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5个公开仓库，512星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Qwen3.8-27B经Xitadel训练，在未见过的交易日上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交易表现最高提升12%，多次独立复现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 →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今天训练数据与RL环境供应商年收入约85亿美元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2030年情景约7,000亿美元，为今天的82倍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700万美元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创立三周交付数百万需求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谁有一个行业最好的训练世界，谁就有这个行业最好的AI；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从交易出发，走向整个世界。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数学、机器学习、量化交易与数据科学背景；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放弃顶级量化机构的转正offer来做这件事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Stables首位员工：帮助U稳定币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汇丰港元稳定币发行项目唯一实习生，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参与落地Plug and Play香港首场活动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（联合香港科技园；200+人规模）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778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交易台的纪律、机器学习研究、机构关系：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正是做专业训练环境要的三样能力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训练的瓶颈正从数据转向环境：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预算已经到位，专业领域的环境还没人做好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稀缺的是能自动打分的环境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每个RL任务200–2,000美元；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Mercor在2026年7月收购环境公司Deeptune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环境已是实验室的新采购品类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前沿模型真钱交易，32轮仅6轮盈利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在2026年9月开始替人做事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交易对错易验证、差距大：最适合先做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RL环境赛道约20家早期公司，预计收敛到3–5家（据Wing VC）：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先在专业领域做出可验证的增益，先拿到实验室的长期合同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environments》，2026年1月）；SiliconANGLE、TechCrunch（2026年7月）；Nof1（2026年5月）；Meta、OpenAI发布（2026年9月）；Wing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5968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432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4320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43200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4320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43200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101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10128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1012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1012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10128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8770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87705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877056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87705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877056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结果一出就落空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148840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前沿模型用真钱交易，32轮只有6轮赚钱（Alpha Arena）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323076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77 &lt; 80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923276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Xitadel上最强的GPT 6总分77，仍低于人类80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用真实结果结算每个动作的世界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用任务结果训练模型，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用独立评测检验改进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基础Agent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接入客户已有模型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与工具调用能力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按需适配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监督微调，学习示范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人类反馈，对齐偏好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环境训练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按结果奖励，强化学习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更新模型或策略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独立评测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用未见任务验证效果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达到约定标准后交付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训练中的薄弱任务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自我出题循环 · 研发方向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分析训练失败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定位训练中的薄弱任务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智能体出题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生成或挑选新任务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任务与评分校验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规则、执行器与专家验证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回到环境训练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校验通过后进入下一轮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自主出题为研发方向；独立评测任务不参与训练或出题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衍真交付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  ·  训练环境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五款评测产品已公开；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训练基础设施把每轮训练的成本压下来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60个真实竞赛任务，评测机器学习研究能力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回放订单簿，对标同资产上的专业交易员；保留轨迹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高阶数学题，检验推理与解题能力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749道人工推理题，覆盖15类主题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截止前锁定概率与证据，按真实结局评分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训练基础设施：同样的算力，跑更多训练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microVM深度隔离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同等资源完成的已评分尝试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任务资源分配（Rollout allocation）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智能存档：自动判断何时保存检查点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公开仓库截至2026年10月2日。三项基础设施指标各有比较口径，不能相乘或相加。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面向AI实验室与企业，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按交付范围与使用权收费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035808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42032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可执行任务与结果评分工具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3602736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按期限、范围与使用权授权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3858768" y="1572768"/>
            <a:ext cx="4197096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1330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133088" y="2011680"/>
            <a:ext cx="364845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133088" y="2542032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133088" y="2761488"/>
            <a:ext cx="364845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用于监督微调与强化学习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用于对齐、奖励建模与任务设计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评测数据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用于能力验收与持续评测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133088" y="3602736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133088" y="3803904"/>
            <a:ext cx="36484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按交付量或批次收费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330184" y="1572768"/>
            <a:ext cx="3310128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60450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604504" y="2011680"/>
            <a:ext cx="276148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604504" y="2542032"/>
            <a:ext cx="27614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604504" y="2761488"/>
            <a:ext cx="27614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训练实验、迁移验证与托管运行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604504" y="3602736"/>
            <a:ext cx="27614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04504" y="3803904"/>
            <a:ext cx="27614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242816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以交易为例：</a:t>
            </a: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一次回合留下订单、成交与计分记录，同一份记录既能训练，也能复测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5537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047238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12998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41598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77356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05956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775954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141714" y="4773168"/>
            <a:ext cx="2498598" cy="4754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370314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每轮模型升级都需要新任务、新轨迹与新的测试样本：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授权之后的持续更新，带来复购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收费方式以实际合同为准。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零外部融资，创立三周交付数百万需求；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700万美元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700万美元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3周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创立三周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交付数百万需求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完成首批7款产品开发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5个公开仓库，512星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下一批大客户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截至2026年10月；ARR为年化经常性收入；星标截至2026年10月2日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支持研发的从业者背景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57400" y="433425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可触达、可验证的专家网络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057400" y="480974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057400" y="52852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高校学生与校友网络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标识仅表示支持者任职机构或网络覆盖的部分高校，不代表机构或学校背书；网络覆盖不等于已注册或参与交付。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训练数据与环境的支出正在加速：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2030年情景约为今天的82倍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当前：训练数据与RL环境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约为当前的82倍；假设AI经济规模7万亿美元、训练投入占10%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资本已经为这个赛道定价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AI近一年增长，年化收入3.75亿美元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数据服务正转向专家与环境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Das行业图谱（2026年7月）。2030年为公司情景测算，非独立研究预测。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竞争与优势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从交易与事件预测切入：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别人强在规模，我们强在专业领域的计分与速度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客户已有的选择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衍真的优势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专家网络大，实验室关系深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以通用领域为主；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交易的撮合与风险计分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需要交易台经验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交易台出身设计撮合与风险计分，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同一策略永远同一分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公开基准与评测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方便比较模型能力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只做评测，不产出训练数据；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客户内部自建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贴合自身工具和业务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缺专业规则与专家，占研究人力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现成的交易、事件预测环境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与专家网络，按需交付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709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可复用资产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11680" y="4709160"/>
            <a:ext cx="9628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任务库 · 评分器 · 隔离测试集 · 专家数据 · 失败案例：随客户和模型迭代持续积累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赛道已被定价：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据彭博，阿里拟领投UniPat 3亿美元，估值约25亿美元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专业训练环境要同时做对计分、训练和交付：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三件事我们都有结果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计分做对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交易台经验写进规则：逐笔撮合；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盈亏扣除回撤再乘夏普；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最后一个交易日留出，结果哈希预先公开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分数拉得开：GPT 6得77分，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其余前沿模型24–30分，人类最佳80分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训练有增益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同一环境既评测又训练；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microVM隔离、任务资源分配、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智能存档压低每轮成本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Qwen3.8-27B最高提升12%；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同等资源多完成64%的已评分尝试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交付够快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自有环境构建工具；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20万+可触达专家网络，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7,000+已报名候补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14天上线7款产品，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5个公开仓库共512星，零外部融资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86460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越做越难复制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697480" y="4864608"/>
            <a:ext cx="87142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每个客户都会留下任务库、评分器、失败案例与验证过的专家，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复用到下一个客户和下一个领域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来源：Xitadel-QuantBench公开报告与计分规范；训练基础设施指标为公司内部测试；GitHub星标截至2026年10月2日。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客户与应用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从专业任务训练，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拓展到持续工作的个人Agent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4290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68880"/>
            <a:ext cx="296570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采购专业数据与训练环境，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用于模型训练和能力验证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22960" y="405993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22960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环境授权、Agent轨迹、专家数据与评测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4337304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4611624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把业务流程转成可执行任务，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在部署前训练、测试与验收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611624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定制任务、评分工具与验收评测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125968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400288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个人Agent开发团队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400288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独立虚拟机与浏览器，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跨应用执行任务，持续推进用户的长期目标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 Dots：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常驻云端，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调用工具、分派任务，用户离线后继续工作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00288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00288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长任务、跨应用与失败恢复的练习环境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2303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个人Agent产品示例：Meta（2026年9月8日）、OpenAI（2026年9月29日）官方发布；二者为行业示例，不是衍真客户。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5321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同一批环境，三类客户：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先卖给实验室，再向企业与个人Agent扩展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