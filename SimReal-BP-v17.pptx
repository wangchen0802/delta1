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我们的优势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AI每一次变化，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我们第一个抓住、第一个交付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840480" cy="259689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交付速度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0195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8163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7款产品上线，零外部融资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218688"/>
            <a:ext cx="320040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346704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· MLBench · Future Prediction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Month-End Close · SWE-Forward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 · Puzzle Benchmark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47548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证明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4754880" y="1737360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4754880" y="1737360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257800" y="1737360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抓趋势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6903720" y="1737360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RL环境刚成为实验室刚需，我们两周跑通全球首个做市交易的自我进化</a:t>
            </a:r>
          </a:p>
        </p:txBody>
      </p:sp>
      <p:sp>
        <p:nvSpPr>
          <p:cNvPr id="3014" name="SimReal 3014"/>
          <p:cNvSpPr/>
          <p:nvPr/>
        </p:nvSpPr>
        <p:spPr>
          <a:xfrm>
            <a:off x="4754880" y="2205533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5" name="SimReal 3015"/>
          <p:cNvSpPr txBox="1"/>
          <p:nvPr/>
        </p:nvSpPr>
        <p:spPr>
          <a:xfrm>
            <a:off x="4754880" y="2205533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5257800" y="2205533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交付质量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6903720" y="2205533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749道题、400次作弊攻击0次成功；财务环境评分漏洞6→0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754880" y="2673706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754880" y="2673706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5257800" y="2673706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市场验证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6903720" y="2673706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 500+星标、7,000+专家候补、2家前沿实验室在谈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4754880" y="3141878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4754880" y="3141878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5257800" y="3141878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过往战绩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903720" y="3141878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U稳定币0→14亿美元、一个月上线Binance；五家顶级量化机构经历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754880" y="3610051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754880" y="3610051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5257800" y="3610051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行业覆盖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6903720" y="3610051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21所顶尖大学的研究网络：快速、低成本覆盖每个行业的入门岗位</a:t>
            </a:r>
          </a:p>
        </p:txBody>
      </p:sp>
      <p:sp>
        <p:nvSpPr>
          <p:cNvPr id="3030" name="SimReal 3030"/>
          <p:cNvSpPr/>
          <p:nvPr/>
        </p:nvSpPr>
        <p:spPr>
          <a:xfrm>
            <a:off x="4754880" y="4078224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1" name="SimReal 3031"/>
          <p:cNvSpPr txBox="1"/>
          <p:nvPr/>
        </p:nvSpPr>
        <p:spPr>
          <a:xfrm>
            <a:off x="548640" y="433425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548640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768096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920240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Scale AI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3012948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3424428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3643884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4796028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5888736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300216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19672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671816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764524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9176004" y="4572000"/>
            <a:ext cx="2464308" cy="60350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9395460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10547604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AfterQuery同一模式，14个月的年化收入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Mercor年化20亿美元，Snorkel一年18倍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目标第2个月首单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精准覆盖每个行业的入门岗位与顶尖科研，并逐步延伸到更高层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/>
          <p:nvPr/>
        </p:nvSpPr>
        <p:spPr>
          <a:xfrm>
            <a:off x="548640" y="4700016"/>
            <a:ext cx="3566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2" name="SimReal 3002"/>
          <p:cNvSpPr txBox="1"/>
          <p:nvPr/>
        </p:nvSpPr>
        <p:spPr>
          <a:xfrm>
            <a:off x="548640" y="477316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160020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548640" y="513892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1600200" y="513892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最难的问题，最难的评分标准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548640" y="550468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1600200" y="550468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6916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02082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3209544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339242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3209544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4014216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19709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4014216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818888"/>
            <a:ext cx="6400800" cy="71323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25780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818888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环境、评分体系、每次运行的结果数据，都归我们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1" name="SimReal 4001"/>
          <p:cNvSpPr/>
          <p:nvPr/>
        </p:nvSpPr>
        <p:spPr>
          <a:xfrm>
            <a:off x="548640" y="2404872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2" name="SimReal 4002"/>
          <p:cNvSpPr txBox="1"/>
          <p:nvPr/>
        </p:nvSpPr>
        <p:spPr>
          <a:xfrm>
            <a:off x="786384" y="249631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3" name="SimReal 4003"/>
          <p:cNvSpPr txBox="1"/>
          <p:nvPr/>
        </p:nvSpPr>
        <p:spPr>
          <a:xfrm>
            <a:off x="786384" y="282549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UniPat、Humanlaya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4" name="SimReal 4004"/>
          <p:cNvSpPr txBox="1"/>
          <p:nvPr/>
        </p:nvSpPr>
        <p:spPr>
          <a:xfrm>
            <a:off x="3200400" y="2404872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  <a:b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UniPat由阿里领投，估值25亿美元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9月，UniPat获阿里领投3亿美元（估值25亿美元），Humanlaya完成数亿元人民币Pre-A；阿里、字节、DeepSeek都已向两家采购。赛道在中美同时升温。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4位量化实习本科生，高中同学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国内现状：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9月10日）：阿里、字节、DeepSeek等国内模型公司已向UniPat与Humanlaya采购数据或服务；Humanlaya：2025年10月成立，2026年9月9日完成数亿元人民币Pre-A轮，鼎晖领投，红杉中国、今日资本、BAI参投（界面新闻、东方财富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AfterQuery模式  ·  投入1,000万美元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12个月年化收入；毛利约2.4亿美元，是投入的24倍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66420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2852928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50个环境 → 年化1亿美元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66420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2852928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每个环境卖10次：5家实验室 × 2轮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66420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2852928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5家实验室，第2个月首单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年化2,000万美元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投入1,000万美元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34720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535924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34720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535924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34720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535924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AI对全世界的真实事件下判断，揭晓即进化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10个行业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财务、软件工程、法律、医疗……同步开发自我进化环境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41264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596188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每年2轮迭代（3个月2家、25个环境，6个月5家，12个月6家）；单价区间2万–30万美元（Epoch AI）。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毛利率约80%为测算：环境一次搭建、反复卖出；按人头卖数据的公司，专家拿走收入的60–70%（彭博）。7万亿美元推算见第14页。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