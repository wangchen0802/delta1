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 dirty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altLang="en-US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我们的优势</a:t>
            </a:r>
            <a:endParaRPr sz="13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红队测试记录可在尽调中提供。算力估算：Mechanize，引自Epoch AI《An FAQ on RL environments》（2026年1月）。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AI作弊不了：</a:t>
            </a:r>
            <a:r>
              <a:rPr sz="2800" b="0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每一分算力，都用在真进化上</a:t>
            </a:r>
            <a:endParaRPr sz="2800" b="0" dirty="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548640" y="1554480"/>
            <a:ext cx="4160520" cy="42062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868680" y="1783080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0" b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0 / 400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68680" y="29718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次作弊攻击成功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868680" y="3607117"/>
            <a:ext cx="3520440" cy="9525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4" name="TextBox 343"/>
          <p:cNvSpPr txBox="1"/>
          <p:nvPr/>
        </p:nvSpPr>
        <p:spPr>
          <a:xfrm>
            <a:off x="868680" y="374903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Puzzle Benchmark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68680" y="4069080"/>
            <a:ext cx="3520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749道题，上线前逐题攻击</a:t>
            </a:r>
            <a:b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空子先被我们找到、补上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120640" y="1554480"/>
            <a:ext cx="6519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实验室为什么需要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5120640" y="1869757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8" name="TextBox 347"/>
          <p:cNvSpPr txBox="1"/>
          <p:nvPr/>
        </p:nvSpPr>
        <p:spPr>
          <a:xfrm>
            <a:off x="5120640" y="1874519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~$2,400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589520" y="1874519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每个RL任务的算力成本（Mechanize估算）</a:t>
            </a:r>
            <a:b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被钻空子，钱就白花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120640" y="2893885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1" name="TextBox 350"/>
          <p:cNvSpPr txBox="1"/>
          <p:nvPr/>
        </p:nvSpPr>
        <p:spPr>
          <a:xfrm>
            <a:off x="5120640" y="2898648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 </a:t>
            </a:r>
            <a:r>
              <a:rPr sz="320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589520" y="2898648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Month-End Close两轮受控对比：评分漏洞6个降到0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120640" y="3918013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4" name="TextBox 353"/>
          <p:cNvSpPr txBox="1"/>
          <p:nvPr/>
        </p:nvSpPr>
        <p:spPr>
          <a:xfrm>
            <a:off x="5120640" y="3922776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不靠AI打分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589520" y="3922776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只认真实结果：盈亏、账目、代码能否运行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120640" y="4942141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7" name="TextBox 356"/>
          <p:cNvSpPr txBox="1"/>
          <p:nvPr/>
        </p:nvSpPr>
        <p:spPr>
          <a:xfrm>
            <a:off x="5120640" y="5029200"/>
            <a:ext cx="651967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作弊不了，分数才可信；分数可信，AI才能进化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我们让每一次训练都算数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目标第3个月首单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每个训练世界，都能最快找到对的评分人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据报道，加入YC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四位量化人，均21岁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10%；10%参照大型科技公司研发投入占收入约10–15%（公司年报），取下限，为推算假设；单任务算力成本：Mechanize《Cheap RL tasks will waste compute》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1,000万美元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照AfterQuery的模式，向前沿实验室卖训练数据与RL环境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755648" y="290779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3264408" y="2907792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专家、环境工程、攻防测试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755648" y="3236976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3264408" y="3236976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驻场工程师、沙箱集群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755648" y="3566160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3264408" y="3566160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实验室BD、法务、财务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首个付费实验室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1,000万美元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研发自我进化：让AI在真实世界里，用真实结果训练自己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438644" y="290779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947404" y="2907792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自我进化训练与评测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438644" y="3236976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947404" y="3236976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RL研究员、量化研究员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438644" y="3566160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947404" y="3566160"/>
            <a:ext cx="24003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交易账户、行情数据、合规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AI对真实事件下判断，揭晓即结算、即训练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同步开发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财务、软件工程、法律、医疗等10个行业的自我进化环境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163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9612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6053328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每年2轮迭代（6个月5家，12个月6家）；单价区间2万–30万美元（Epoch AI）。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