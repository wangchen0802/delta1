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1" r:id="rId7"/>
    <p:sldId id="264" r:id="rId10"/>
    <p:sldId id="271" r:id="rId17"/>
    <p:sldId id="270" r:id="rId16"/>
    <p:sldId id="266" r:id="rId12"/>
    <p:sldId id="272" r:id="rId18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7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用真实数据重建真实世界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驱动AI实验室、企业与个人Agent在现实世界精准行动的引擎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衍真是一家Neolab，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为下一代AI搭建数据基础设施和强化学习环境，研发递归自我改进（RSI）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 Infra,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3,000万元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成立24天，零外部融资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约450万美元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投向环境、RSI研究与交付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剑桥机器学习暑研，导师Po-Ling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训练的瓶颈从数据转到环境，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钱已经在花，专业领域的好环境还很少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推理模型靠能自动判对错的任务做强化学习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一个强化学习任务卖200–2,000美元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训练环境成了实验室的固定采购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大模型做交易、做财务仍频繁出错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交易对错一目了然，最适合先做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RSI路线图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2026年RSI开始落地，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卡点在环境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56816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92808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62763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2026年3月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57984"/>
            <a:ext cx="256717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AI自动完成从选题到论文的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科研全流程，登上Nature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Sakana AI Scientist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390138" y="1892808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09594" y="162763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2026年9月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157984"/>
            <a:ext cx="256717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研究Agent改写自己的代码，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8天自主完成7轮自我改进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798064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6231636" y="1892808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6451092" y="162763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2026年9月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157984"/>
            <a:ext cx="256717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OpenAI研究团队：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每人每天配3.1个Agent工作日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798064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OpenAI自动化研究实习生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9073134" y="1892808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9292590" y="162763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2026年9月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157984"/>
            <a:ext cx="256717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5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环境一乱，最强Agent通过率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5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从83.9%掉到57.6%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798064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2552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336499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衍真的路线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639312"/>
            <a:ext cx="3514344" cy="14264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822960" y="380390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 · 已跑通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22960" y="404164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在环境里练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22960" y="460857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交易环境训练，没见过的交易日上+12%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062984" y="3639312"/>
            <a:ext cx="274320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4337304" y="3639312"/>
            <a:ext cx="3514344" cy="14264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4611624" y="380390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 · 研发中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611624" y="404164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环境自己出题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611624" y="460857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盯住模型的弱点出新题，越练越难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851648" y="3639312"/>
            <a:ext cx="274320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8125968" y="3639312"/>
            <a:ext cx="3514344" cy="142646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8400288" y="380390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 · 终局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400288" y="404164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AI改进AI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00288" y="460857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MLBench：AI做AI研究的考场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548640" y="524865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777240" y="5248656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衍真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828800" y="5248656"/>
            <a:ext cx="96286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RSI卡在环境，我们做的就是环境。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每个行业最强的AI，都出自衍真的环境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来源：Sakana AI，《Nature》（2026年3月26日）；Weco AI，arXiv 2609.26457（2026年9月）；OpenAI（2026年9月6日）；Breaking the Environment Wall，arXiv 2609.29773（2026年9月）。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RSI方法论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57276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以交易为例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8288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18288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做题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41080" y="18288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模型写交易策略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2860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2860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641080" y="22860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回放行情，按盈亏和风险打分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27432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635240" y="27432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找弱点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641080" y="27432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找出哪类行情亏钱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635240" y="32004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635240" y="32004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出新题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641080" y="32004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多造这类行情的题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7635240" y="36576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635240" y="365760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再训练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36576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用高分记录训练模型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635240" y="4114800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7635240" y="4315968"/>
            <a:ext cx="4005072" cy="12344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909560" y="44074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已验证 · 成立两周跑通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909560" y="462686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35440" y="4626864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在交易环境里训练后，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第4步“AI自动出题”研发中；+12%为多次独立复现中的最佳一次。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成立14天上线7款产品，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5个开源基准拿下GitHub 602星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5个开源基准，截至2026年10月4日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302星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60道真实机器学习竞赛题，测AI做研究的能力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102星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测AI做交易，和同一资产上的专业交易员比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101星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高难度数学题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70星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749道人工编写的推理题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27星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预测真实事件，结果揭晓后打分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已上线的训练环境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  ·  AI研究  ·  事件预测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卖环境、卖数据、做联合训练，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模型一升级就要复购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90390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6545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23469" y="1823072"/>
            <a:ext cx="1142014" cy="56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5236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625" y="1938528"/>
            <a:ext cx="1785039" cy="32918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85614" y="2871216"/>
            <a:ext cx="859840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10578" y="2871216"/>
            <a:ext cx="566928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50505" y="2871216"/>
            <a:ext cx="1044090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088118" y="2958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096637" y="3694176"/>
            <a:ext cx="637794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31102" y="379683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601684" y="3694176"/>
            <a:ext cx="741731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088118" y="3772607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52594" y="4585009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780657" y="4517136"/>
            <a:ext cx="826770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09610" y="4637915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25888" y="4529768"/>
            <a:ext cx="1250340" cy="54166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20万+可触达的专家，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覆盖21所顶尖高校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参与研发的从业者来自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6517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85292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423160" y="2852928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39312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423160" y="363931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4425696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423160" y="4425696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高校的学生和校友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标识仅表示从业者任职机构或网络覆盖的部分高校，不代表背书。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91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43600" y="15910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291840" y="18653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43600" y="18653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27797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43600" y="27797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36941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43600" y="36941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缺行业规则和专家，占研究人力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3,000万元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懂行、有效、够快，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三件事都有结果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懂行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3957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怎么做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615184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量化出身，按交易台的标准打分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3328416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343814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41248" y="365760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最强模型77分，其余24–30分，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人类最佳80分：分数拉得开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29912" y="179222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有效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23957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怎么做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615184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同一个环境既能测，也能训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29912" y="3328416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29912" y="343814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29912" y="365760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训练后，没见过的交易日上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18576" y="179222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够快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18576" y="23957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怎么做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18576" y="2615184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自己的环境搭建工具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20万+可触达的专家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18576" y="3328416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18576" y="343814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3657600"/>
            <a:ext cx="292912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第3周交付数百万需求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754880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75488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越做越难追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697480" y="4754880"/>
            <a:ext cx="87142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每接一个客户，题库、打分器和验证过的专家都沉淀下来，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下一个客户直接复用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3,000万元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3,000万元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约450万美元，零外部融资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投向环境、RSI研究和交付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RSI研究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让模型自己找弱点、自己出题、自己变强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开源大模型跑通RSI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先卖给AI实验室，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再到企业和个人Agent团队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买环境和数据，训练更强的模型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环境授权、训练数据、评测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把业务流程做成练习题，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上线前先练、先验收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定制环境与验收评测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再下一步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个人Agent团队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替人办事的Agent，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要练长任务、跨应用操作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我们卖什么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长任务练习环境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卖给三类客户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