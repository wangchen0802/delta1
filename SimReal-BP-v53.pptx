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72" r:id="rId18"/>
    <p:sldId id="265" r:id="rId11"/>
    <p:sldId id="271" r:id="rId17"/>
    <p:sldId id="270" r:id="rId16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用真实数据重建真实世界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AI实验室、企业与个人Agent的训练场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年化收入（ARR）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700万美元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66928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联系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66928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给AI一个真实的世界，在里面反复犯错、学习，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卖给AI实验室与企业：环境、Agent轨迹、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专家与评测数据；下一步向个人Agent开放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3个环境已上线：交易、AI研究、事件预测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5个公开仓库，602星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Qwen3.8-27B经Xitadel训练，在未见过的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交易日上最高提升12%，多次独立复现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 →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今天：训练数据与RL环境供应商年收入约85亿美元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2030年公司情景测算：约为今天的82倍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700万美元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创立三周交付数百万需求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谁有最好的训练世界，谁就有最好的AI。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从交易出发，走向整个世界。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数学、机器学习、量化与数据科学背景，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放弃量化机构转正offer来做这件事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汇丰港元稳定币发行项目唯一实习生，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剑桥机器学习暑研，师从统计学教授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设计5个基准与强化学习环境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参与落地Plug and Play香港首场活动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（联合香港科技园；200+人规模）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778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交易台纪律、机器学习研究、机构关系，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做专业训练环境要的三样能力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训练的瓶颈从数据转向环境：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预算已到位，专业领域还缺好环境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稀缺的是能自动打分的环境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每个RL任务200–2,000美元；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Mercor在2026年7月收购环境公司Deeptune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环境已是实验室的新采购品类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前沿模型真钱交易，32轮仅6轮盈利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在2026年9月开始替人做事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交易对错易验证、差距大：最适合先做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RL环境赛道约20家早期公司，预计收敛到3–5家（据Wing VC）：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先做出可验证的增益，先拿实验室长期合同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environments》，2026年1月）；SiliconANGLE、TechCrunch（2026年7月）；Nof1（2026年5月）；Meta、OpenAI发布（2026年9月）；Wing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5968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没见过的行情里亏钱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432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4320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43200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4320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43200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101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10128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1012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1012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10128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8770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87705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877056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87705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877056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结果一出就落空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148840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前沿模型用真钱交易，32轮只有6轮赚钱（Alpha Arena）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323076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77 &lt; 80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923276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Xitadel上最强的GPT 6总分77，仍低于人类80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按任务结果训练，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在没见过的任务上验收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基础Agent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接入客户已有模型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与工具调用能力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按需适配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监督微调，学习示范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人类反馈，对齐偏好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环境训练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按结果奖励，强化学习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更新模型或策略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独立评测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用未见任务验证效果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达到约定标准后交付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训练中的薄弱任务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自我出题循环 · 研发方向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分析训练失败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定位训练中的薄弱任务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智能体出题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生成或挑选新任务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任务与评分校验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规则、执行器与专家验证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回到环境训练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校验通过后进入下一轮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自主出题为研发方向；独立评测任务不参与训练或出题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衍真交付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  ·  训练环境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647233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5个基准已开源，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训练基础设施压低每轮成本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60个真实竞赛任务，按竞赛真实答案外部评分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回放竞赛订单簿，对标同资产上的专业交易员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高阶数学题，检验推理与解题能力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截止前锁定概率与证据，按真实结局打分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microVM深度隔离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同等资源完成的已评分尝试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公开仓库与星标截至2026年10月4日，5个共602星。三项基础设施指标为公司内部测试，口径不同，不能相乘或相加。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环境执行与专家工作，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产出三类可交付的数据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每一步动作、环境反馈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以及最终任务结果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5387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67588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真实工作的示范、专业判断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以及评分标准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5387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67588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用于对齐、奖励建模与任务设计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私有任务与隔离测试集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独立于训练数据保存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5387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67588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用于能力验收与持续评测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498848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498848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以交易为例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743200" y="4498848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一次回合留下订单、成交与计分记录：可用于训练，也可重放复核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每轮模型升级都要新任务、新轨迹和新的测试样本，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数据需求持续发生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面向AI实验室与企业，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按交付范围与使用权收费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057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6032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可执行任务与结果评分工具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309067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918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按期限、范围与使用权授权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057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6032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行动轨迹、专家示范与私有评测数据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09067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2918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按交付量或批次收费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057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6032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00288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训练实验、迁移验证与托管运行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09067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2918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5876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114800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047238" y="41148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12998" y="4114800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641598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911596" y="41148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77356" y="4114800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505956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775954" y="41148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141714" y="4114800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370314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548640" y="50749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模型每升级一轮都要换新任务和测试样本，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持续更新带来复购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收费方式以实际合同为准。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86318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491447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75848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0357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4892040"/>
            <a:ext cx="1487533" cy="27432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零外部融资，创立三周交付数百万需求；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700万美元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700万美元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43200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3周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创立三周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743200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交付数百万需求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上线7款产品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743200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5个公开仓库，602星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20040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截至2026年10月；ARR为年化经常性收入；星标截至2026年10月4日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584448"/>
            <a:ext cx="11091672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584448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已上线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584448"/>
            <a:ext cx="88971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交易、AI研究、事件预测三个环境  ·  另有4款基准与评测产品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444398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支持研发的从业者背景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标识仅表示支持者任职机构，不代表机构背书。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20万+可触达的专家，来自21所顶尖高校的学生与校友：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专家数据的来源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4023360" cy="91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27632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627632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可触达、可验证的专家网络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359152"/>
            <a:ext cx="40233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41401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606040" y="241401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3145536"/>
            <a:ext cx="40233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00400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2606040" y="3200400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高校学生与校友网络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4023360"/>
            <a:ext cx="40233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409651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岗位经验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1691640" y="409651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提供真实工作示范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44622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专业判断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691640" y="446227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制定任务与评分标准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82803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482803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评审样本与反馈质量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每做一个领域，专家的示范、判断与失败案例都会留下来，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2030年公司情景测算约7,000亿美元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600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当前：训练数据与RL环境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93392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6974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7556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1993392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约为当前的82倍；假设AI经济规模7万亿美元、训练投入占10%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4564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547872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2062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6634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4564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547872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2062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6634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4564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547872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2062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AI新数据服务近一年增长，年化3.75亿美元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6634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需求转向专家与环境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Das行业图谱（2026年7月）。2030年为公司情景测算，非独立研究预测。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竞争与优势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从交易与事件预测切入，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对手强在规模，我们强在专业领域的计分和速度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客户已有的选择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衍真的优势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专家网络大，实验室关系深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以通用领域为主；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交易的撮合与风险计分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需要交易台经验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交易台出身设计撮合与风险计分，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同一策略永远同一分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公开基准与评测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方便比较模型能力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只做评测，不产出训练数据；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客户内部自建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贴合自身工具和业务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缺专业规则与专家，占研究人力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现成的交易、事件预测环境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与专家网络，按需交付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709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可复用资产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11680" y="4709160"/>
            <a:ext cx="9628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任务库 · 评分器 · 隔离测试集 · 专家数据 · 失败案例：随客户和模型迭代持续积累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可比交易：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据彭博，阿里拟领投UniPat 3亿美元，估值约25亿美元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专业训练环境要同时做对计分、训练和交付：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三件事我们都有结果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计分做对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交易台经验写进规则：逐笔撮合；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盈亏扣除回撤再乘夏普；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最后一个交易日留出，结果哈希预先公开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分数拉得开：GPT 6得77分，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其余前沿模型24–30分，人类最佳80分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训练有增益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同一环境既评测又训练；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microVM隔离、任务资源分配、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智能存档压低每轮成本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Qwen3.8-27B最高提升12%；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同等资源多完成64%的已评分尝试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交付够快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自有环境构建工具；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20万+可触达专家网络，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7,000+已报名候补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14天上线7款产品，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5个公开仓库共602星，零外部融资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86460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越做越难复制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697480" y="4864608"/>
            <a:ext cx="87142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每个客户都会留下任务库、评分器、失败案例与验证过的专家，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复用到下一个客户和下一个领域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来源：Xitadel-QuantBench公开报告与计分规范；训练基础设施指标为公司内部测试；GitHub星标截至2026年10月4日。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Picture 607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49424"/>
            <a:ext cx="3514344" cy="2318491"/>
          </a:xfrm>
          <a:prstGeom prst="rect">
            <a:avLst/>
          </a:prstGeom>
        </p:spPr>
      </p:pic>
      <p:pic>
        <p:nvPicPr>
          <p:cNvPr id="609" name="Picture 608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304" y="2249424"/>
            <a:ext cx="3514344" cy="2318491"/>
          </a:xfrm>
          <a:prstGeom prst="rect">
            <a:avLst/>
          </a:prstGeom>
        </p:spPr>
      </p:pic>
      <p:pic>
        <p:nvPicPr>
          <p:cNvPr id="610" name="Picture 609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5968" y="2249424"/>
            <a:ext cx="3514344" cy="2318491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三个环境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AI在里面做真实任务，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按真实结果打分，留下训练数据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交易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01952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AI写交易策略，在竞赛订单簿回放里逐笔撮合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66928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写策略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90066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1472946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1491234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回放撮合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214372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2397252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2415540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风险计分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138678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3321558" y="4663440"/>
            <a:ext cx="741426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3339846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交易轨迹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337304" y="1517904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MLBench</a:t>
            </a: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AI研究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37304" y="1901952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AI做60个真实机器学习竞赛任务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4337304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4355592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写代码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078730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261610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279898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训练提交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003036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185916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204204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外部评分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27342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110222" y="4663440"/>
            <a:ext cx="741426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128510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研究轨迹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125968" y="1517904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事件预测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125968" y="1901952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AI截止前给出概率和证据，揭晓后结算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44256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查证据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867394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50274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68562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锁定概率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791700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9974580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9992868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揭晓结算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16006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10898886" y="4663440"/>
            <a:ext cx="741426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10917174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预测轨迹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035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得分方式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交易：max(0, 盈亏 − 0.1×回撤) × 夏普，测试日不参与训练  ·  AI研究：外部评分  ·  事件预测：延迟奖励，按结局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界面为示意图，数字为演示，非产品截图。最后一格为该环境产出的数据。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客户与应用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从专业任务训练，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拓展到持续工作的个人Agent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4290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68880"/>
            <a:ext cx="296570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采购专业数据与训练环境，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用于模型训练和能力验证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22960" y="405993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22960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环境授权、Agent轨迹、专家数据与评测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4337304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4611624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把业务流程转成可执行任务，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在部署前训练、测试与验收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611624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定制任务、评分工具与验收评测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125968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400288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个人Agent开发团队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400288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独立虚拟机与浏览器，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跨应用执行任务，持续推进用户的长期目标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 Dots：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常驻云端，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调用工具、分派任务，用户离线后继续工作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00288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00288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长任务、跨应用与失败恢复的练习环境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2303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个人Agent产品示例：Meta（2026年9月8日）、OpenAI（2026年9月29日）官方发布；二者为行业示例，不是衍真客户。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5321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同一批环境，三类客户：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先卖实验室，再到企业与个人Agent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