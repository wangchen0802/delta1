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4" r:id="rId10"/>
    <p:sldId id="272" r:id="rId18"/>
    <p:sldId id="271" r:id="rId17"/>
    <p:sldId id="269" r:id="rId15"/>
    <p:sldId id="275" r:id="rId21"/>
    <p:sldId id="267" r:id="rId13"/>
    <p:sldId id="268" r:id="rId14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RL environments, verifiers and training data for agents that improve themselves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for recursive self-improvement (RSI):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agents learn from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$0.9M+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Stables, where $U grew from zero to $1.4B in a year and listed on Binance within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Class; scholar of St John's College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competition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climbs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 were profitable in only 6 of 32 runs (Alpha Arena)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Next: the verifiers and rubrics themselves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unseen trading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Xitadel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Reward comes from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market: replayed on unseen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102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labels: official competition scoring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302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proof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70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real-world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executable system: hidden tests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books must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6904" y="3840741"/>
            <a:ext cx="941806" cy="365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94689" y="3897165"/>
            <a:ext cx="1362904" cy="252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61536" y="3761982"/>
            <a:ext cx="1065880" cy="522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90509" y="3885170"/>
            <a:ext cx="1244601" cy="276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886200"/>
            <a:ext cx="1487533" cy="27432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Our edge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Quant-grade rigor,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plus Asia's professional talent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190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48600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and statistical 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304288"/>
            <a:ext cx="486003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evaluation and adversarial behavior are everyday practice in quant research. We build every environment the same way.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3035808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 separates models from 24 to 77, against a human best of 80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231636" y="1572768"/>
            <a:ext cx="5408676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505956" y="17190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505956" y="1920240"/>
            <a:ext cx="48600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Asian professional talent and workflows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505956" y="2304288"/>
            <a:ext cx="486003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Direct access to professionals and how they actually work lets us build vertical environments fast, without lowering the technical bar.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05956" y="3035808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shipped in our first 14 days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3511296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firms, including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4517136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4590288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212080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590288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5212080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4590288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Write, score, review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156448" y="5212080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experts do in our environments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work; no endorsement implied.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Talent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Students and alumni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of 21 top universities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 in our student and alumni network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entry-level roles to frontier 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44068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Selected universities shown; no endorsement implied.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is doubling down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3.1 agent-workdays for every researcher-workday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code: 7 gains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noisy environment, top agents fall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Rollout time cut to a quarter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checkpoint time, with half as many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are internal tests on different bases; do not multiply or add them.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is the revenue engine.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trajectories and training data for post-training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licenses, data and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Vertical AI companies that need agents to be reliable at one job before they deploy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acceptance tests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that practices your task for a few minutes before you trust it to act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On-demand practice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model upgrade needs new tasks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