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71" r:id="rId17"/>
    <p:sldId id="262" r:id="rId8"/>
    <p:sldId id="264" r:id="rId10"/>
    <p:sldId id="265" r:id="rId11"/>
    <p:sldId id="272" r:id="rId18"/>
    <p:sldId id="270" r:id="rId16"/>
    <p:sldId id="267" r:id="rId13"/>
    <p:sldId id="269" r:id="rId15"/>
    <p:sldId id="275" r:id="rId21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6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industry’s best agents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be trained in our worlds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environments, verifiers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data for self-improving AI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$6M seed round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Contact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environments, verifiers and data that let agents improve themselves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70078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 run-rate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Gross, from our expert-data business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that predates SimReal; 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Flagship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Trading environment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making, options, baskets;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scored on P&amp;L on a withheld day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Pipeline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 frontier labs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direct talks; today we sell through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vendors that serve these labs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Interned at Jane Street, Citadel, Optiver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600+ GitHub stars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our open benchmarks,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as of October 2026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today on training data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RL environments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230368"/>
            <a:ext cx="11091672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77240" y="5230368"/>
            <a:ext cx="155448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How it fits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377440" y="5230368"/>
            <a:ext cx="8988552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Our data business funds the environments. 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environments are built to make that data verifiable and cheaper to produce. Training open models in them closes the loop.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21-year-old founders.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$800K+ in first-year pay to build SimReal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2646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we have worked or interned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Employee #1 at United Stables: $U listed on Binance within a month of launch and grew to $1.4B+ in circulation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HSBC’s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St John’s College, First Class with scholarship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Research with Prof. Po-Ling Loh at Cambridge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internships: Jane Street, Citadel, Optiver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 on STEP, Cambridge’s hardest maths entrance exam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Millennium’s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Play’s first Hong Kong event, with HKSTP (200+ attendees)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still fail at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Profitable on the data it was tuned on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on new days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doesn’t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(Nof1’s 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gap: </a:t>
            </a:r>
            <a:r>
              <a:rPr lang="zh-CN" sz="19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too few realistic places to practice, and too little ground truth to learn from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Source: Nof1, Alpha Arena (May 2026).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loop that turns real outcomes into better agents,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with AI inside it from day one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What’s different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14016"/>
            <a:ext cx="4005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Tasks, labels and rubrics are mostly written by hand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5292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62656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10128"/>
            <a:ext cx="40050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already help us write tasks and find where models fail. In development: agents that write the verifiers and improve the environments themselves.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4005072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4133088"/>
            <a:ext cx="4005072" cy="142646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24281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per unit of compute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48056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7909560" y="4956048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time per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practice run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98280" y="448056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98280" y="4956048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scored attempts,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compute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287000" y="448056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287000" y="4956048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time spent saving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checkpoints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Loop figures come from separate internal tests and should not be added together.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Trading is the flagship environment,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scored by P&amp;L: something the agent can’t argue with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6812280" cy="42062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96112" y="1847088"/>
            <a:ext cx="61173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FLAGSHIP  ·  TRADING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96112" y="2084832"/>
            <a:ext cx="61173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  <a:r>
              <a:rPr lang="zh-CN" sz="10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open source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96112" y="2706624"/>
            <a:ext cx="611733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researches a market, codes a strategy and is scored on a trading day withheld from it.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96112" y="3383280"/>
            <a:ext cx="61173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Seven published tasks, five types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96112" y="3639312"/>
            <a:ext cx="2168957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96112" y="3639312"/>
            <a:ext cx="216895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Single-product market making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3156509" y="3639312"/>
            <a:ext cx="1762963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3156509" y="3639312"/>
            <a:ext cx="176296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Options vs. underlying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010912" y="3639312"/>
            <a:ext cx="1762963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010912" y="3639312"/>
            <a:ext cx="176296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Baskets vs. components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896112" y="4005072"/>
            <a:ext cx="2642616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896112" y="4005072"/>
            <a:ext cx="264261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Conversion with tariffs and storage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3630168" y="4005072"/>
            <a:ext cx="2777947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3630168" y="4005072"/>
            <a:ext cx="277794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Multi-asset, disclosed counterparties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896112" y="4498848"/>
            <a:ext cx="61173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896112" y="4663440"/>
            <a:ext cx="61173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Scored by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96112" y="4919472"/>
            <a:ext cx="611733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P&amp;L on a withheld trading day, penalized for drawdown and low Sharpe,</a:t>
            </a:r>
          </a:p>
          <a:p>
            <a:pPr marL="0" marR="0" lvl="0" indent="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against the strongest human strategy on each task (set at 80 of 100)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635240" y="1572768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Supporting environments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635240" y="184708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635240" y="1938528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ML research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635240" y="2139696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635240" y="2523744"/>
            <a:ext cx="40050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past Kaggle competitions, compared with the final leaderboard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7635240" y="305409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635240" y="3145536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7635240" y="334670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7635240" y="3730752"/>
            <a:ext cx="40050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Questions with no answer yet, scored on the resolved outcome against a sealed baseline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7635240" y="4261104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7635240" y="435254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Also built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635240" y="4553712"/>
            <a:ext cx="40050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Math proofs (MathmoBench)  ·  Reasoning (Puzzle Benchmark)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Accounting (Month-End Close)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Software (SWE-Forward): must survive the next real release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7635240" y="535838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600+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GitHub stars across our open benchmarks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SWE-Forward and Month-End Close are private. Human reference: the strongest real strategy on each task from IMC Prosperity, a trading competition. GitHub stars as of October 2026.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Inside the trading environment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Research, code, then a private held-out 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Scored on P&amp;L against the best human strategy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56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32304"/>
            <a:ext cx="296570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Historical order books and trades for 2–8 training days, with position limits and product rules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37304" y="1572768"/>
            <a:ext cx="3514344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61162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611624" y="1956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Code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432304"/>
            <a:ext cx="296570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agent backtests locally and submits a Python strategy: Trader.run(state) → orders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25968" y="1572768"/>
            <a:ext cx="3514344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00288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400288" y="1956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Held-out replay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432304"/>
            <a:ext cx="296570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Run step by step on a private test day. At each step the strategy sees only the order books, reported trades and its own position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062984" y="1572768"/>
            <a:ext cx="27432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851648" y="1572768"/>
            <a:ext cx="27432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639312"/>
            <a:ext cx="5760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Published results  ·  score out of 100; human reference = 80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9319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Best human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2148840" y="3995928"/>
            <a:ext cx="2706624" cy="15544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928616" y="39319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80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548640" y="4297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2148840" y="4361688"/>
            <a:ext cx="2615275" cy="155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4837267" y="4297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6634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2148840" y="4727448"/>
            <a:ext cx="1018367" cy="15544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240359" y="46634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0292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2148840" y="5093208"/>
            <a:ext cx="937169" cy="15544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159161" y="50292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27.7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3949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2148840" y="5458968"/>
            <a:ext cx="832287" cy="15544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3054279" y="53949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24.6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766560" y="3639312"/>
            <a:ext cx="4873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Score and controls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6766560" y="3931920"/>
            <a:ext cx="487375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6766560" y="4005072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818120" y="4005072"/>
            <a:ext cx="382219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max(0, P&amp;L − 0.1 × max drawdown) × Sharpe factor (0.8–1.0)</a:t>
            </a:r>
          </a:p>
          <a:p>
            <a:pPr marL="0" marR="0" lvl="0" indent="0" algn="l" rtl="0">
              <a:lnSpc>
                <a:spcPct val="114999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Rescaled: best human = 80, twice it = 100 (the cap)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6766560" y="4535424"/>
            <a:ext cx="487375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6766560" y="4608576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Selection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7818120" y="4608576"/>
            <a:ext cx="382219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Tasks fixed before any model was scored; reserve test days replace any that become public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6766560" y="5138928"/>
            <a:ext cx="487375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6766560" y="521208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Audit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818120" y="5212080"/>
            <a:ext cx="382219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Full results hash-committed (SHA-256); the training reward is separate from this score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 reference: the strongest real strategy on each task from IMC Prosperity, a trading competition. Seven published tasks across five task types.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7005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3144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15207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9588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Students, alumni and practitioners from top entry-level jobs and research,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work agents are now built to do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have worked at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most competitive entry-level jobs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finance, software and more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streamline everyday work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AI, mathematics and quantitative research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automate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can reach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Signed up for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data work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have worked or studied;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One vendor, Mercor, grew its gross run-rate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run-rates of 50+ data and environment vendors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6035040" y="1801368"/>
            <a:ext cx="9144" cy="128016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Per-account estimate: one frontier lab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$1.2M–$4M+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Our estimate at market rates for environments and tasks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5271516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527151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52715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gross run-rate: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52715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for expert data is growing fast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6368796" y="3657600"/>
            <a:ext cx="5271516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368796" y="3749040"/>
            <a:ext cx="527151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368796" y="4425696"/>
            <a:ext cx="52715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AI’s new data business: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368796" y="4919472"/>
            <a:ext cx="52715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is shifting to experts and environments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2026); market rates from Epoch AI (Jan 2026). Vendor run-rates are partly gross.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 sell expert hours.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build assets that compound with every customer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Today we sell expert data through data vendors that serve frontier labs. The environments and verifiers we build ourselves stay with us.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035040" y="1810512"/>
            <a:ext cx="5605272" cy="25054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181051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2514600" y="182880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Expert-data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172200" y="1828800"/>
            <a:ext cx="54681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21214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685800" y="2121408"/>
            <a:ext cx="1783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compounds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514600" y="2121408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Mostly expert hours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2121408"/>
            <a:ext cx="53309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verifiers and maps of where models fail, plus the models we train in them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6700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685800" y="2670048"/>
            <a:ext cx="1783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Cost curve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514600" y="2670048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Rises with headcount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172200" y="2670048"/>
            <a:ext cx="53309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Built to fall with scale: once a verifier exists, new data is checked automatically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685800" y="3218688"/>
            <a:ext cx="1783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Proof of quality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514600" y="3218688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Mostly human review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172200" y="3218688"/>
            <a:ext cx="53309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tests, out-of-sample scoring and hash-committed (SHA-256) results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85800" y="3767328"/>
            <a:ext cx="1783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Velocity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514600" y="3767328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new domain means new recruiting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767328"/>
            <a:ext cx="53309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in 14 days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315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44398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Landscape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681728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Expert-data vendors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2514600" y="4681728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Mercor, Surge AI, Scale AI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172200" y="4681728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Mostly sell expert hours; some now build environments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4928616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startups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514600" y="4928616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Mechanize, Halluminate, AfterQuery, UniPat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172200" y="4928616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Build environments for AI labs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175504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2514600" y="5175504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data and environments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172200" y="5175504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scored by real outcomes; data that already earns revenue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548640" y="5522976"/>
            <a:ext cx="11091672" cy="51206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777240" y="5522976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2286000" y="5522976"/>
            <a:ext cx="917143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hours; we sell verified gains.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Their costs rise with scale; ours fall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starting to improve themselves.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now the bottleneck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doing AI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agents do 3.1 days of work for every researcher-day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SimReal-MLBench: an exam for ML research agents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past Kaggle competitions, compared with humans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improving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 and improved 7 times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loop running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 on past days; score on withheld trading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When the environment gets noisy, top agents drop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Seven environments in 14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students and alumni to build more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gate self-improvement.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already have a $3M run-rate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$3M revenue run-rate, before any outside capital.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Sold through data vendors that serve frontier labs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4160520" cy="35661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68680" y="1828800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68680" y="2084832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$3M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8680" y="294436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Gross revenue run-rate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68680" y="3383280"/>
            <a:ext cx="352044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68680" y="3493008"/>
            <a:ext cx="35204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our expert-data business, which began before SimReal was incorporated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Sold through data vendors that serve frontier labs; orders are placed on demand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Direct lab contracts are in talks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074920" y="1572768"/>
            <a:ext cx="65653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Since founding on September 10, 2026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074920" y="1847088"/>
            <a:ext cx="6565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074920" y="1847088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193852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shipped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446520" y="2212848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ML research, forecasting, math, reasoning, software, accounting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074920" y="2505456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5074920" y="2505456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446520" y="2596896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loop running end to end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446520" y="287121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Models train on past trading days and are scored on a withheld day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074920" y="3163824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074920" y="316382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Data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46520" y="3255264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10+ types of expert data delivered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446520" y="3529584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Through our expert-data business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074920" y="3822192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074920" y="3822192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46520" y="3913632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600+ GitHub stars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446520" y="4187952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our open benchmarks, as of October 2026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074920" y="4480560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074920" y="4480560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Pipeline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446520" y="4572000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 frontier labs in direct talks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446520" y="4846320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environment and data contracts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5074920" y="513892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Run-rate is gross: it includes what we pay the experts who produce the data.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Raising a $6M seed round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 scale environments, self-improvement research and delivery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51760" cy="35295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139696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$6M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309067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Seed round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45354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directions, each with a milestone  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29000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85032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85032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&amp; data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85032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Take the trading playbook to more expert domains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3685032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3685032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685032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Engineers  ·  Expert network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685032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685032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10+ expert-domain environments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42304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498336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98336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98336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the training loop to larger models and domains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6498336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6498336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98336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Compute  ·  Researchers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98336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498336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Training loop on open-weight large models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9055608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931164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311640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311640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 on-demand orders into direct, recurring contracts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9311640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311640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311640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Delivery team  ·  Sales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311640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9311640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 customers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sell expert data today, through vendors that serve frontier labs.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Environments, evals and enterprise next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data and verified tasks today; environments and evals in direct talks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10896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Today per task, through data vendors; next, direct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895344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quarter, direct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task; about $300K for a complex environment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environments and tests that prove an agent can do the job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license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customer,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 over 8–12 weeks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Later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 an agent to one person’s habits and strategies before it acts for them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usage fee, paid by the company that runs the agent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Pricing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Per user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active user, per month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by the agent company, not the consumer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same environments and verifiers carry across all three,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with environment builders and AI labs (January 2026). Enterprise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