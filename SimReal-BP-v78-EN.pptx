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71" r:id="rId17"/>
    <p:sldId id="262" r:id="rId8"/>
    <p:sldId id="264" r:id="rId10"/>
    <p:sldId id="265" r:id="rId11"/>
    <p:sldId id="272" r:id="rId18"/>
    <p:sldId id="270" r:id="rId16"/>
    <p:sldId id="267" r:id="rId13"/>
    <p:sldId id="269" r:id="rId15"/>
    <p:sldId id="275" r:id="rId21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6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AI will be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trained in our markets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financial AI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Y Combinator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Winter 2027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round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 and human intelligence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for AI that does financial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$250K / month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sales in September 2026, about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$3M a year; 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Flagship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research on stocks, baskets and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options, graded by the market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Buyers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segments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88336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labs, financial firms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vertical AI startups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 signed up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Traders and experts for paid data work;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600+ GitHub stars on our benchmarks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$2.8B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by investment managers on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alternative data in 2025 (Neudata)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2303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230368"/>
            <a:ext cx="155448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How it fits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377440" y="5230368"/>
            <a:ext cx="898855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already buy their edge as data. 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the environments and trader data that AI needs to do financial work, and the market grades every result.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Four 21-year-old founders.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$1M+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Employee #1 at United Stables, building it from scratch to $1.5B+. Listed on Binance within a month.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HSBC’s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777240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777240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378708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07308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St John’s College, First Class with Scholarship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3607308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607308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STEP maths competition (~IMO Medalist level)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08776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37376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Millennium’s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Play’s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6437376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6437376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38844" y="2212848"/>
            <a:ext cx="2601468" cy="3611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67444" y="2359152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James</a:t>
            </a: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CPO · 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267444" y="2926080"/>
            <a:ext cx="2144268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trading at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Asset management at Fidelity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Equity research at Jefferies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267444" y="502920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5120640"/>
            <a:ext cx="21442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AMC: global top 1%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Mathematical Olympiad: Gold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moving into financial work.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Their backtests lie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Profitable in backtest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Signal looks strong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Overfit to the past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600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Self-improvement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Score goes up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By fooling the backtest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(Nof1’s 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backtest you can fool will lie to you.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self-improving agent just gets better at fooling it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Source: Nof1, Alpha Arena (May 2026).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What’s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grade by judgment; evaluations check a known answer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market grades. Every order is matched the way an exchange would match it, and we try to break each environment before anyone trains on it.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4264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4281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per unit of compute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8056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909560" y="49560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time per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practice run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98280" y="448056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98280" y="49560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attempts,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compute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287000" y="4480560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287000" y="4956048"/>
            <a:ext cx="114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spent saving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Loop figures come from separate internal tests and should not be added together.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trader data for financial AI.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or the real outcome grades every result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812280" cy="42062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96112" y="1847088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FLAGSHIP  ·  QUANT RESEARCH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96112" y="2084832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  <a:r>
              <a:rPr lang="zh-CN" sz="10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  open source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96112" y="2706624"/>
            <a:ext cx="611733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explores private, anonymized market data, writes trading strategies and tests them against bots that simulate other market participants.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96112" y="3383280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 agent works with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96112" y="3639312"/>
            <a:ext cx="680314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96112" y="3639312"/>
            <a:ext cx="68031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Stocks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1667866" y="3639312"/>
            <a:ext cx="1424635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1667866" y="3639312"/>
            <a:ext cx="142463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ETF-style baskets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183941" y="3639312"/>
            <a:ext cx="747979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183941" y="3639312"/>
            <a:ext cx="747979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Options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023360" y="3639312"/>
            <a:ext cx="2236622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023360" y="3639312"/>
            <a:ext cx="223662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Simulated market participants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96112" y="4005072"/>
            <a:ext cx="1086307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96112" y="4005072"/>
            <a:ext cx="1086307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backtester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2073859" y="4005072"/>
            <a:ext cx="2642616" cy="274320"/>
          </a:xfrm>
          <a:prstGeom prst="rect">
            <a:avLst/>
          </a:prstGeom>
          <a:solidFill>
            <a:srgbClr val="2C2B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2073859" y="4005072"/>
            <a:ext cx="26426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visualizer to inspect every trade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96112" y="4498848"/>
            <a:ext cx="61173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96112" y="4663440"/>
            <a:ext cx="61173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96112" y="4919472"/>
            <a:ext cx="6117336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P&amp;L on a withheld trading day, penalized for drawdown and low Sharpe.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run yields a verifiable reward and a full research trajectory.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635240" y="1572768"/>
            <a:ext cx="40050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635240" y="166420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635240" y="1865376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 Prediction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635240" y="2249424"/>
            <a:ext cx="40050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forecast events with search and prediction-market tools, scored when the outcome is known. Copying the frozen market forecast earns zero.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635240" y="294436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635240" y="3035808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Human intelligence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635240" y="3236976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Trader data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635240" y="3621024"/>
            <a:ext cx="40050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 and explanations from professional and retail traders: how they research and trade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635240" y="433425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635240" y="4425696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Also built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635240" y="4626864"/>
            <a:ext cx="400507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Accounting (Month-End Close)  ·  ML research (MLBench)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Maths, reasoning and software benchmarks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7635240" y="535838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600+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GitHub stars across our open benchmarks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Month-End Close is private. GitHub stars as of October 2026. We are extending the same approach to more financial work.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Inside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Explore, code, then a private held-out 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Scored on P&amp;L against the best human strategy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Explore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Private, anonymized order books and trades for stocks, baskets and options, with position limits and product rules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1162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11624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agent writes a Python strategy, backtests it and uses a visualizer to inspect trades and fix failures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572768"/>
            <a:ext cx="3514344" cy="17830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0028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00288" y="1956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Held-out test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432304"/>
            <a:ext cx="296570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step by step on a private test day, against bots that simulate other market participants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062984" y="1572768"/>
            <a:ext cx="2743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851648" y="1572768"/>
            <a:ext cx="2743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639312"/>
            <a:ext cx="57607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Published results  ·  score out of 100; human reference = 80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93192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Best human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2148840" y="3995928"/>
            <a:ext cx="2706624" cy="15544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928616" y="39319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80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429768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2148840" y="4361688"/>
            <a:ext cx="2615275" cy="155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4837267" y="42976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66344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2148840" y="4727448"/>
            <a:ext cx="1018367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240359" y="466344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029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2148840" y="5093208"/>
            <a:ext cx="937169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159161" y="5029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27.7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39496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2148840" y="5458968"/>
            <a:ext cx="832287" cy="155448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054279" y="5394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24.6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766560" y="3639312"/>
            <a:ext cx="487375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 and controls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6766560" y="3931920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6766560" y="4005072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818120" y="4005072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max(0, P&amp;L − 0.1 × max drawdown) × Sharpe factor (0.8–1.0)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Rescaled: best human = 80, twice it = 100 (the cap)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6766560" y="4535424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6766560" y="4608576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Selection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7818120" y="4608576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Tasks fixed before any model was scored; reserve test days replace any that become public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766560" y="5138928"/>
            <a:ext cx="487375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766560" y="5212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Audit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818120" y="5212080"/>
            <a:ext cx="382219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Full results hash-committed (SHA-256); the training reward is separate from this score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results are on the seven v1 tasks. Human reference: the strongest real strategy on each task from IMC Prosperity, a trading competition.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7005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3144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15207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69588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Human intelligence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Traders and quants show agents how the work is done.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checks the result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have worked at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Professional and retail traders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Demonstrations and explanations of how they research and trade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trade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Quant, maths and finance talent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top universities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do financial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can reach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Signed up for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data work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have worked or studied;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already buy their edge as data.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AI that does financial work needs it too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Financial firms: market data and analysis, 2025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93776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$49.2B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record, up 6.5% (Burton-Taylor)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6035040" y="1801368"/>
            <a:ext cx="9144" cy="128016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Investment managers: alternative data, 2025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$2.8B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17% in a year (Neudata)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$2B+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June 2026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pay billions for expert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$100M+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run-rate, within about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15 months of founding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data vendors scale fast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4–5x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environments cost 4–5x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 ones (Epoch AI)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Exclusivity is priced like data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Burton-Taylor (TP ICAP), Financial Market Data/Analysis 2026; Neudata, The state of the alternative data market in 2026; Mercor (TechCrunch, Jul 2026); AfterQuery (Dealroom, Apr 2026); Epoch AI (Jan 2026). Run-rates are gross.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Only the market can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expert can’t grade a trade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vendors sell expert time, but no expert can say whether a strategy will make money. Our environments match every order the way an exchange would.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7308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07308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Markets have no answer key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07308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Evaluation companies grade against a known answer. In trading and forecasting the answer arrives with the outcome, and it shifts as others copy what works.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08776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437376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437376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neutral supplier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437376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won’t hand their data to a lab, and labs would rather buy finance expertise than build it. We can license an environment to one fund at 4–5x, the way funds buy data.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38844" y="1572768"/>
            <a:ext cx="2601468" cy="23957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26744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267444" y="1956816"/>
            <a:ext cx="214426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Revenue funds speed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9267444" y="2578608"/>
            <a:ext cx="2144268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$250K of data a month and have 7,000+ people signed up to write tasks, more than a small team or an in-house group can match.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1513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Landscape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38912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environment startups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17520" y="4389120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EdotEnv (YC S26)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4389120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research environments for labs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63600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vendors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017520" y="46360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Mercor, Surge, Scale, AfterQuery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172200" y="4636008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time and contractor-built environments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8828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 evaluation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17520" y="4882896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Halluminate, Vals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172200" y="4882896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Banking and private-equity work, graded against known answers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978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017520" y="5129784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trader data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172200" y="5129784"/>
            <a:ext cx="546811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Graded by the market or the real outcome; neutral to funds and labs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548640" y="5522976"/>
            <a:ext cx="11091672" cy="51206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777240" y="552297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2286000" y="5522976"/>
            <a:ext cx="91714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 or answer keys;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sell results the market grades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entering finance and improving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Both need a test they cannot fake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are handing research to agents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AI-agent hedge fund raised a $100M seed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Abundance, Apr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Xitadel: agents do quant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Stocks, baskets and options, graded by the market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Funds buy their edge as data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Investment managers spent $2.8B on alternative data in 2025, up 17%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Neudata, Feb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licensed like datasets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 to one fund, priced at 4–5x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test it cannot fool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We try to break every environment before anyone trains on it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self-improvement.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sell $250K of data a month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Abundance (Bloomberg, Apr 2026); Neudata, The state of the alternative data market in 2026 (Feb 2026); Weco AI, arXiv 2609.26457; Deedy Das neolab list (May 2026).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$250K of data sales in September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About $3M a year,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4160520" cy="35661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68680" y="1828800"/>
            <a:ext cx="3520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68680" y="2084832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$250K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68680" y="294436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September 2026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68680" y="3383280"/>
            <a:ext cx="352044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68680" y="3493008"/>
            <a:ext cx="352044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at this rate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 paying customers: data suppliers and AI startups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Largest: a data supplier serving frontier labs, with a $100K order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074920" y="1572768"/>
            <a:ext cx="6565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074920" y="1572768"/>
            <a:ext cx="1280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mix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82496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60% agent trajectories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956816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35% reasoning traces and rubrics from quant traders; 5% verified RL tasks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074920" y="2286000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074920" y="2286000"/>
            <a:ext cx="1280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446520" y="2395728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shipped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446520" y="2670048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forecasting, accounting, ML research, maths, reasoning, software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074920" y="2999232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074920" y="2999232"/>
            <a:ext cx="1280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46520" y="3108960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running end to end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46520" y="3383280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train on past trading days and are scored on a withheld day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074920" y="3712464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074920" y="3712464"/>
            <a:ext cx="1280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Supply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46520" y="3822192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signed up for paid data work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46520" y="4096512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students and alumni of 21 top universities in reach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074920" y="4425696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074920" y="4425696"/>
            <a:ext cx="128016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Pipeline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446520" y="4535424"/>
            <a:ext cx="51937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 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446520" y="4809744"/>
            <a:ext cx="5193792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environment and data contracts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074920" y="5138928"/>
            <a:ext cx="65653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About $3M a year = September 2026 revenue x 12. Orders are placed on demand today; we are moving them to subscriptions.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financial environments, trader data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5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Y Combinator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Winter 2027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environments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Xitadel’s playbook to more financial work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Engineers  ·  Practitioner reviewers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financial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the training loop to larger models and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Training loop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Sign labs and financial firms directly, on subscriptions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buyers, one set of environments.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All three already buy our data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trajectories and expert data to train and test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218688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96849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 (Epoch AI)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Financial firms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to train and test agents before they touch real money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licence; exclusive at 4–5x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firm,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$50K–$150K. Hedge funds and prop shops first; then banks, asset managers, exchanges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Vertical AI startups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and environments to train finance agents and prove they work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21868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31012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51129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subscriptions and environment licences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96849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Pricing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242816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Subscription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64515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dataset or environment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864608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Several already buy our data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Recurring revenue from licences, data subscriptions and task updates; 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(January 2026). Financial-firm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