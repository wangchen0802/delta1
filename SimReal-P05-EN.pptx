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>
    <p:embeddedFont>
      <p:font typeface="Newsreader" pitchFamily="18" charset="0"/>
      <p:regular r:id="rIdSimRealFont1"/>
      <p:italic r:id="rIdSimRealFont2"/>
    </p:embeddedFont>
    <p:embeddedFont>
      <p:font typeface="Instrument Sans" pitchFamily="34" charset="0"/>
      <p:regular r:id="rIdSimRealFont3"/>
      <p:bold r:id="rIdSimRealFont4"/>
    </p:embeddedFont>
    <p:embeddedFont>
      <p:font typeface="IBM Plex Mono" pitchFamily="49" charset="0"/>
      <p:regular r:id="rIdSimRealFont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SimRealFont1" Type="http://schemas.openxmlformats.org/officeDocument/2006/relationships/font" Target="fonts/font1.fntdata"/><Relationship Id="rIdSimRealFont2" Type="http://schemas.openxmlformats.org/officeDocument/2006/relationships/font" Target="fonts/font2.fntdata"/><Relationship Id="rIdSimRealFont3" Type="http://schemas.openxmlformats.org/officeDocument/2006/relationships/font" Target="fonts/font3.fntdata"/><Relationship Id="rIdSimRealFont4" Type="http://schemas.openxmlformats.org/officeDocument/2006/relationships/font" Target="fonts/font4.fntdata"/><Relationship Id="rIdSimRealFont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can pass the exam. People need AI that can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do the job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Training tasks have answer keys; real work doesn’t.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54374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93392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The exam  ·  AI is already strong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12848"/>
            <a:ext cx="481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4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IMO gold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59536" y="3090672"/>
            <a:ext cx="3261208" cy="914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3090672"/>
            <a:ext cx="2717673" cy="9144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7904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35 / 42 points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328416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At IMO 2025, AI solved 5 of 6 problems for an officially certified gold-medal score; only 67 of 630 human contestants won gold.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950208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Google DeepMind, Jul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5576" y="1773936"/>
            <a:ext cx="5437480" cy="2487168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6472" y="1993392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The job  ·  AI is still far off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16472" y="2212848"/>
            <a:ext cx="481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56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15.8%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6516472" y="3090672"/>
            <a:ext cx="3261208" cy="91440"/>
          </a:xfrm>
          <a:prstGeom prst="rect">
            <a:avLst/>
          </a:prstGeom>
          <a:solidFill>
            <a:srgbClr val="3A3935"/>
          </a:solidFill>
          <a:ln w="12700">
            <a:solidFill>
              <a:srgbClr val="3A39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6472" y="3090672"/>
            <a:ext cx="515271" cy="91440"/>
          </a:xfrm>
          <a:prstGeom prst="rect">
            <a:avLst/>
          </a:prstGeom>
          <a:solidFill>
            <a:srgbClr val="E27A3F"/>
          </a:solidFill>
          <a:ln w="12700">
            <a:solidFill>
              <a:srgbClr val="E27A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14839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FAF9F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15.8% of projects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16472" y="3328416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On 240 real, paid remote-work projects, the best AI delivered work a client would pay for only 15.8% of the time (2.5% in Oct 2025).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16472" y="3950208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Remote Labor Index (Scale AI and CAIS), Jul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256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Every gap is a training world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Trading</a:t>
            </a: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Xitadel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Writes a strategy that reads like a pro’s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Loses money on a real market day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07738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08906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Finance</a:t>
            </a: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Month-End Close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08906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Produces books that look finished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08906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numbers don’t balance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66837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8005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Software</a:t>
            </a: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SWE-Forward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68005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Ships code that passes today’s tests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Breaks at the next release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0585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more </a:t>
            </a:r>
            <a:r>
              <a:rPr lang="en-US" altLang="en-US" sz="19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autonomous</a:t>
            </a:r>
            <a:r>
              <a:rPr lang="en-US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the agent, the costlier a bad grader: companies won’t deploy it, labs waste compute.</a:t>
            </a:r>
            <a:endParaRPr lang="en-US" sz="1900" dirty="0"/>
          </a:p>
        </p:txBody>
      </p:sp>
      <p:pic>
        <p:nvPicPr>
          <p:cNvPr id="3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Noto Serif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2026-09-25T20:31:58Z</dcterms:created>
  <dcterms:modified xsi:type="dcterms:W3CDTF">2026-09-25T20:31:58Z</dcterms:modified>
</cp:coreProperties>
</file>